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4"/>
  </p:sldMasterIdLst>
  <p:notesMasterIdLst>
    <p:notesMasterId r:id="rId19"/>
  </p:notesMasterIdLst>
  <p:handoutMasterIdLst>
    <p:handoutMasterId r:id="rId20"/>
  </p:handoutMasterIdLst>
  <p:sldIdLst>
    <p:sldId id="295" r:id="rId5"/>
    <p:sldId id="2147474047" r:id="rId6"/>
    <p:sldId id="2147474046" r:id="rId7"/>
    <p:sldId id="2147474067" r:id="rId8"/>
    <p:sldId id="274" r:id="rId9"/>
    <p:sldId id="277" r:id="rId10"/>
    <p:sldId id="278" r:id="rId11"/>
    <p:sldId id="2147474069" r:id="rId12"/>
    <p:sldId id="2147474068" r:id="rId13"/>
    <p:sldId id="283" r:id="rId14"/>
    <p:sldId id="279" r:id="rId15"/>
    <p:sldId id="2147474070" r:id="rId16"/>
    <p:sldId id="2147474058" r:id="rId17"/>
    <p:sldId id="2147474088" r:id="rId18"/>
  </p:sldIdLst>
  <p:sldSz cx="9144000" cy="6858000" type="screen4x3"/>
  <p:notesSz cx="6797675" cy="9926638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38D0F0A-DE05-4A42-9708-06B99D495EB7}">
          <p14:sldIdLst>
            <p14:sldId id="295"/>
          </p14:sldIdLst>
        </p14:section>
        <p14:section name="Introduccion" id="{E1F08D0B-FF43-433D-9BE7-4AF73DB53E13}">
          <p14:sldIdLst>
            <p14:sldId id="2147474047"/>
            <p14:sldId id="2147474046"/>
            <p14:sldId id="2147474067"/>
            <p14:sldId id="274"/>
            <p14:sldId id="277"/>
            <p14:sldId id="278"/>
            <p14:sldId id="2147474069"/>
            <p14:sldId id="2147474068"/>
            <p14:sldId id="283"/>
            <p14:sldId id="279"/>
            <p14:sldId id="2147474070"/>
            <p14:sldId id="2147474058"/>
            <p14:sldId id="2147474088"/>
          </p14:sldIdLst>
        </p14:section>
        <p14:section name="Fin" id="{728CE3FF-81F4-4A62-A135-F5BB8251E8E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55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7F7F7F"/>
    <a:srgbClr val="D40D34"/>
    <a:srgbClr val="083796"/>
    <a:srgbClr val="F5750B"/>
    <a:srgbClr val="FFEE46"/>
    <a:srgbClr val="D0C70A"/>
    <a:srgbClr val="062970"/>
    <a:srgbClr val="2D5499"/>
    <a:srgbClr val="6ABA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ED9019-2D95-4CEA-B515-709C90EA3217}" v="6" dt="2025-06-08T16:43:03.401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0" autoAdjust="0"/>
    <p:restoredTop sz="94660"/>
  </p:normalViewPr>
  <p:slideViewPr>
    <p:cSldViewPr>
      <p:cViewPr varScale="1">
        <p:scale>
          <a:sx n="150" d="100"/>
          <a:sy n="150" d="100"/>
        </p:scale>
        <p:origin x="1716" y="132"/>
      </p:cViewPr>
      <p:guideLst>
        <p:guide orient="horz" pos="799"/>
        <p:guide pos="249"/>
        <p:guide pos="551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Sanz" userId="b60748b7-f2df-4c57-9ffa-ce60a404c4fa" providerId="ADAL" clId="{7B3D9554-FF81-4EB3-A54D-3312DDA58C95}"/>
    <pc:docChg chg="undo custSel addSld delSld modSld addSection delSection modSection">
      <pc:chgData name="Pablo Sanz" userId="b60748b7-f2df-4c57-9ffa-ce60a404c4fa" providerId="ADAL" clId="{7B3D9554-FF81-4EB3-A54D-3312DDA58C95}" dt="2025-05-25T19:22:31.710" v="1227" actId="20577"/>
      <pc:docMkLst>
        <pc:docMk/>
      </pc:docMkLst>
      <pc:sldChg chg="del">
        <pc:chgData name="Pablo Sanz" userId="b60748b7-f2df-4c57-9ffa-ce60a404c4fa" providerId="ADAL" clId="{7B3D9554-FF81-4EB3-A54D-3312DDA58C95}" dt="2025-05-23T11:11:27.676" v="0" actId="47"/>
        <pc:sldMkLst>
          <pc:docMk/>
          <pc:sldMk cId="1648622587" sldId="334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3972106050" sldId="335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1630953449" sldId="336"/>
        </pc:sldMkLst>
      </pc:sldChg>
      <pc:sldChg chg="del">
        <pc:chgData name="Pablo Sanz" userId="b60748b7-f2df-4c57-9ffa-ce60a404c4fa" providerId="ADAL" clId="{7B3D9554-FF81-4EB3-A54D-3312DDA58C95}" dt="2025-05-23T11:11:27.676" v="0" actId="47"/>
        <pc:sldMkLst>
          <pc:docMk/>
          <pc:sldMk cId="910241638" sldId="337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2876114064" sldId="338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3912809633" sldId="339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1961196676" sldId="340"/>
        </pc:sldMkLst>
      </pc:sldChg>
      <pc:sldChg chg="del">
        <pc:chgData name="Pablo Sanz" userId="b60748b7-f2df-4c57-9ffa-ce60a404c4fa" providerId="ADAL" clId="{7B3D9554-FF81-4EB3-A54D-3312DDA58C95}" dt="2025-05-23T17:01:57.451" v="1168" actId="47"/>
        <pc:sldMkLst>
          <pc:docMk/>
          <pc:sldMk cId="3504083086" sldId="2147474003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3083179937" sldId="2147474026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195229177" sldId="2147474027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956919486" sldId="2147474028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991730709" sldId="2147474029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63013833" sldId="2147474030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3694997189" sldId="2147474031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3937063794" sldId="2147474032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2948245080" sldId="2147474033"/>
        </pc:sldMkLst>
      </pc:sldChg>
      <pc:sldChg chg="modSp add del mod">
        <pc:chgData name="Pablo Sanz" userId="b60748b7-f2df-4c57-9ffa-ce60a404c4fa" providerId="ADAL" clId="{7B3D9554-FF81-4EB3-A54D-3312DDA58C95}" dt="2025-05-25T19:22:31.710" v="1227" actId="20577"/>
        <pc:sldMkLst>
          <pc:docMk/>
          <pc:sldMk cId="3515729321" sldId="2147474034"/>
        </pc:sldMkLst>
        <pc:spChg chg="mod">
          <ac:chgData name="Pablo Sanz" userId="b60748b7-f2df-4c57-9ffa-ce60a404c4fa" providerId="ADAL" clId="{7B3D9554-FF81-4EB3-A54D-3312DDA58C95}" dt="2025-05-25T19:22:31.710" v="1227" actId="20577"/>
          <ac:spMkLst>
            <pc:docMk/>
            <pc:sldMk cId="3515729321" sldId="2147474034"/>
            <ac:spMk id="5" creationId="{EADAD1E5-47E5-65D0-1013-E0982993C668}"/>
          </ac:spMkLst>
        </pc:spChg>
      </pc:sldChg>
      <pc:sldChg chg="modSp mod">
        <pc:chgData name="Pablo Sanz" userId="b60748b7-f2df-4c57-9ffa-ce60a404c4fa" providerId="ADAL" clId="{7B3D9554-FF81-4EB3-A54D-3312DDA58C95}" dt="2025-05-23T15:55:51.316" v="176" actId="20577"/>
        <pc:sldMkLst>
          <pc:docMk/>
          <pc:sldMk cId="3633853361" sldId="2147474036"/>
        </pc:sldMkLst>
        <pc:spChg chg="mod">
          <ac:chgData name="Pablo Sanz" userId="b60748b7-f2df-4c57-9ffa-ce60a404c4fa" providerId="ADAL" clId="{7B3D9554-FF81-4EB3-A54D-3312DDA58C95}" dt="2025-05-23T15:55:51.316" v="176" actId="20577"/>
          <ac:spMkLst>
            <pc:docMk/>
            <pc:sldMk cId="3633853361" sldId="2147474036"/>
            <ac:spMk id="6" creationId="{513D6BC1-269D-E74B-1BC2-A84862C8827D}"/>
          </ac:spMkLst>
        </pc:spChg>
      </pc:sldChg>
      <pc:sldChg chg="modSp mod">
        <pc:chgData name="Pablo Sanz" userId="b60748b7-f2df-4c57-9ffa-ce60a404c4fa" providerId="ADAL" clId="{7B3D9554-FF81-4EB3-A54D-3312DDA58C95}" dt="2025-05-23T15:43:26.490" v="132" actId="27636"/>
        <pc:sldMkLst>
          <pc:docMk/>
          <pc:sldMk cId="4254767141" sldId="2147474037"/>
        </pc:sldMkLst>
        <pc:spChg chg="mod">
          <ac:chgData name="Pablo Sanz" userId="b60748b7-f2df-4c57-9ffa-ce60a404c4fa" providerId="ADAL" clId="{7B3D9554-FF81-4EB3-A54D-3312DDA58C95}" dt="2025-05-23T15:43:26.490" v="132" actId="27636"/>
          <ac:spMkLst>
            <pc:docMk/>
            <pc:sldMk cId="4254767141" sldId="2147474037"/>
            <ac:spMk id="6" creationId="{7E7CDFE8-0CDD-974E-A38D-2968E0522905}"/>
          </ac:spMkLst>
        </pc:spChg>
      </pc:sldChg>
      <pc:sldChg chg="addSp delSp modSp add mod">
        <pc:chgData name="Pablo Sanz" userId="b60748b7-f2df-4c57-9ffa-ce60a404c4fa" providerId="ADAL" clId="{7B3D9554-FF81-4EB3-A54D-3312DDA58C95}" dt="2025-05-23T15:42:04.585" v="101" actId="1076"/>
        <pc:sldMkLst>
          <pc:docMk/>
          <pc:sldMk cId="2768458998" sldId="2147474039"/>
        </pc:sldMkLst>
      </pc:sldChg>
      <pc:sldChg chg="addSp delSp modSp add mod">
        <pc:chgData name="Pablo Sanz" userId="b60748b7-f2df-4c57-9ffa-ce60a404c4fa" providerId="ADAL" clId="{7B3D9554-FF81-4EB3-A54D-3312DDA58C95}" dt="2025-05-23T15:42:51.684" v="106" actId="1076"/>
        <pc:sldMkLst>
          <pc:docMk/>
          <pc:sldMk cId="3063459761" sldId="2147474040"/>
        </pc:sldMkLst>
      </pc:sldChg>
      <pc:sldChg chg="addSp delSp modSp add mod">
        <pc:chgData name="Pablo Sanz" userId="b60748b7-f2df-4c57-9ffa-ce60a404c4fa" providerId="ADAL" clId="{7B3D9554-FF81-4EB3-A54D-3312DDA58C95}" dt="2025-05-23T16:51:03.736" v="723" actId="20577"/>
        <pc:sldMkLst>
          <pc:docMk/>
          <pc:sldMk cId="641552541" sldId="2147474041"/>
        </pc:sldMkLst>
      </pc:sldChg>
      <pc:sldChg chg="modSp add mod">
        <pc:chgData name="Pablo Sanz" userId="b60748b7-f2df-4c57-9ffa-ce60a404c4fa" providerId="ADAL" clId="{7B3D9554-FF81-4EB3-A54D-3312DDA58C95}" dt="2025-05-23T16:40:45.198" v="656" actId="27636"/>
        <pc:sldMkLst>
          <pc:docMk/>
          <pc:sldMk cId="3471979225" sldId="2147474042"/>
        </pc:sldMkLst>
      </pc:sldChg>
      <pc:sldChg chg="addSp delSp modSp add mod">
        <pc:chgData name="Pablo Sanz" userId="b60748b7-f2df-4c57-9ffa-ce60a404c4fa" providerId="ADAL" clId="{7B3D9554-FF81-4EB3-A54D-3312DDA58C95}" dt="2025-05-23T17:22:07.096" v="1209" actId="12788"/>
        <pc:sldMkLst>
          <pc:docMk/>
          <pc:sldMk cId="1066311120" sldId="2147474043"/>
        </pc:sldMkLst>
        <pc:spChg chg="mod">
          <ac:chgData name="Pablo Sanz" userId="b60748b7-f2df-4c57-9ffa-ce60a404c4fa" providerId="ADAL" clId="{7B3D9554-FF81-4EB3-A54D-3312DDA58C95}" dt="2025-05-23T16:52:03.579" v="817" actId="33524"/>
          <ac:spMkLst>
            <pc:docMk/>
            <pc:sldMk cId="1066311120" sldId="2147474043"/>
            <ac:spMk id="5" creationId="{93C428C8-22C0-B9AD-D474-D2B74C3A9FFF}"/>
          </ac:spMkLst>
        </pc:spChg>
        <pc:spChg chg="add mod">
          <ac:chgData name="Pablo Sanz" userId="b60748b7-f2df-4c57-9ffa-ce60a404c4fa" providerId="ADAL" clId="{7B3D9554-FF81-4EB3-A54D-3312DDA58C95}" dt="2025-05-23T17:22:07.096" v="1209" actId="12788"/>
          <ac:spMkLst>
            <pc:docMk/>
            <pc:sldMk cId="1066311120" sldId="2147474043"/>
            <ac:spMk id="7" creationId="{91C3AA6D-4AE7-B0F6-EDEE-9CDC933DED80}"/>
          </ac:spMkLst>
        </pc:spChg>
        <pc:spChg chg="add mod">
          <ac:chgData name="Pablo Sanz" userId="b60748b7-f2df-4c57-9ffa-ce60a404c4fa" providerId="ADAL" clId="{7B3D9554-FF81-4EB3-A54D-3312DDA58C95}" dt="2025-05-23T17:22:04.551" v="1208" actId="12788"/>
          <ac:spMkLst>
            <pc:docMk/>
            <pc:sldMk cId="1066311120" sldId="2147474043"/>
            <ac:spMk id="8" creationId="{FDA8B63E-987B-09E3-5C2B-D5B30750DBCB}"/>
          </ac:spMkLst>
        </pc:spChg>
        <pc:spChg chg="add mod">
          <ac:chgData name="Pablo Sanz" userId="b60748b7-f2df-4c57-9ffa-ce60a404c4fa" providerId="ADAL" clId="{7B3D9554-FF81-4EB3-A54D-3312DDA58C95}" dt="2025-05-23T17:22:01.872" v="1207" actId="12788"/>
          <ac:spMkLst>
            <pc:docMk/>
            <pc:sldMk cId="1066311120" sldId="2147474043"/>
            <ac:spMk id="9" creationId="{DFFB6894-DBA0-6AE5-9BEB-93044DB669E6}"/>
          </ac:spMkLst>
        </pc:spChg>
        <pc:spChg chg="add mod">
          <ac:chgData name="Pablo Sanz" userId="b60748b7-f2df-4c57-9ffa-ce60a404c4fa" providerId="ADAL" clId="{7B3D9554-FF81-4EB3-A54D-3312DDA58C95}" dt="2025-05-23T16:53:27.559" v="933" actId="1037"/>
          <ac:spMkLst>
            <pc:docMk/>
            <pc:sldMk cId="1066311120" sldId="2147474043"/>
            <ac:spMk id="10" creationId="{BBEC08BF-1861-C92A-F657-26724932DE0E}"/>
          </ac:spMkLst>
        </pc:spChg>
        <pc:spChg chg="add mod">
          <ac:chgData name="Pablo Sanz" userId="b60748b7-f2df-4c57-9ffa-ce60a404c4fa" providerId="ADAL" clId="{7B3D9554-FF81-4EB3-A54D-3312DDA58C95}" dt="2025-05-23T16:55:47.348" v="978" actId="1035"/>
          <ac:spMkLst>
            <pc:docMk/>
            <pc:sldMk cId="1066311120" sldId="2147474043"/>
            <ac:spMk id="11" creationId="{401FDC33-5403-21BC-BDE1-11CA9A61FBAA}"/>
          </ac:spMkLst>
        </pc:spChg>
        <pc:spChg chg="mod">
          <ac:chgData name="Pablo Sanz" userId="b60748b7-f2df-4c57-9ffa-ce60a404c4fa" providerId="ADAL" clId="{7B3D9554-FF81-4EB3-A54D-3312DDA58C95}" dt="2025-05-23T16:55:47.348" v="978" actId="1035"/>
          <ac:spMkLst>
            <pc:docMk/>
            <pc:sldMk cId="1066311120" sldId="2147474043"/>
            <ac:spMk id="12" creationId="{3797484C-7310-AD1A-89CD-50B64EBC2D25}"/>
          </ac:spMkLst>
        </pc:spChg>
        <pc:spChg chg="add mod">
          <ac:chgData name="Pablo Sanz" userId="b60748b7-f2df-4c57-9ffa-ce60a404c4fa" providerId="ADAL" clId="{7B3D9554-FF81-4EB3-A54D-3312DDA58C95}" dt="2025-05-23T16:59:48.763" v="1033" actId="20577"/>
          <ac:spMkLst>
            <pc:docMk/>
            <pc:sldMk cId="1066311120" sldId="2147474043"/>
            <ac:spMk id="14" creationId="{94B47F90-F26D-3EC7-137E-076434041300}"/>
          </ac:spMkLst>
        </pc:spChg>
        <pc:spChg chg="add mod">
          <ac:chgData name="Pablo Sanz" userId="b60748b7-f2df-4c57-9ffa-ce60a404c4fa" providerId="ADAL" clId="{7B3D9554-FF81-4EB3-A54D-3312DDA58C95}" dt="2025-05-23T17:00:36.653" v="1096" actId="20577"/>
          <ac:spMkLst>
            <pc:docMk/>
            <pc:sldMk cId="1066311120" sldId="2147474043"/>
            <ac:spMk id="15" creationId="{F0ED0DB2-C261-7477-4282-9B9153C4F145}"/>
          </ac:spMkLst>
        </pc:spChg>
        <pc:spChg chg="add mod">
          <ac:chgData name="Pablo Sanz" userId="b60748b7-f2df-4c57-9ffa-ce60a404c4fa" providerId="ADAL" clId="{7B3D9554-FF81-4EB3-A54D-3312DDA58C95}" dt="2025-05-23T17:01:02.229" v="1125" actId="20577"/>
          <ac:spMkLst>
            <pc:docMk/>
            <pc:sldMk cId="1066311120" sldId="2147474043"/>
            <ac:spMk id="16" creationId="{8994451D-CECE-4F79-0284-75FA77D09154}"/>
          </ac:spMkLst>
        </pc:spChg>
        <pc:spChg chg="add mod">
          <ac:chgData name="Pablo Sanz" userId="b60748b7-f2df-4c57-9ffa-ce60a404c4fa" providerId="ADAL" clId="{7B3D9554-FF81-4EB3-A54D-3312DDA58C95}" dt="2025-05-23T17:21:59.470" v="1206" actId="12788"/>
          <ac:spMkLst>
            <pc:docMk/>
            <pc:sldMk cId="1066311120" sldId="2147474043"/>
            <ac:spMk id="17" creationId="{960DB576-5433-FCA8-4C70-6B0ED9948249}"/>
          </ac:spMkLst>
        </pc:spChg>
        <pc:spChg chg="mod">
          <ac:chgData name="Pablo Sanz" userId="b60748b7-f2df-4c57-9ffa-ce60a404c4fa" providerId="ADAL" clId="{7B3D9554-FF81-4EB3-A54D-3312DDA58C95}" dt="2025-05-23T16:55:47.348" v="978" actId="1035"/>
          <ac:spMkLst>
            <pc:docMk/>
            <pc:sldMk cId="1066311120" sldId="2147474043"/>
            <ac:spMk id="18" creationId="{9FE388DA-5FBB-ADEF-CA10-744BA2300C21}"/>
          </ac:spMkLst>
        </pc:spChg>
        <pc:spChg chg="add mod">
          <ac:chgData name="Pablo Sanz" userId="b60748b7-f2df-4c57-9ffa-ce60a404c4fa" providerId="ADAL" clId="{7B3D9554-FF81-4EB3-A54D-3312DDA58C95}" dt="2025-05-23T17:01:25.005" v="1156" actId="20577"/>
          <ac:spMkLst>
            <pc:docMk/>
            <pc:sldMk cId="1066311120" sldId="2147474043"/>
            <ac:spMk id="19" creationId="{7D318A25-208A-B768-7367-21F1D9A220D9}"/>
          </ac:spMkLst>
        </pc:spChg>
        <pc:spChg chg="add mod">
          <ac:chgData name="Pablo Sanz" userId="b60748b7-f2df-4c57-9ffa-ce60a404c4fa" providerId="ADAL" clId="{7B3D9554-FF81-4EB3-A54D-3312DDA58C95}" dt="2025-05-23T17:21:56.736" v="1205" actId="12788"/>
          <ac:spMkLst>
            <pc:docMk/>
            <pc:sldMk cId="1066311120" sldId="2147474043"/>
            <ac:spMk id="27" creationId="{2E25E6EB-227F-57A2-1396-73E522A09DF4}"/>
          </ac:spMkLst>
        </pc:spChg>
        <pc:spChg chg="add mod">
          <ac:chgData name="Pablo Sanz" userId="b60748b7-f2df-4c57-9ffa-ce60a404c4fa" providerId="ADAL" clId="{7B3D9554-FF81-4EB3-A54D-3312DDA58C95}" dt="2025-05-23T16:53:38.970" v="945" actId="20577"/>
          <ac:spMkLst>
            <pc:docMk/>
            <pc:sldMk cId="1066311120" sldId="2147474043"/>
            <ac:spMk id="28" creationId="{04DAFE5A-C3F2-BF35-0358-168504571E0C}"/>
          </ac:spMkLst>
        </pc:spChg>
        <pc:spChg chg="add mod">
          <ac:chgData name="Pablo Sanz" userId="b60748b7-f2df-4c57-9ffa-ce60a404c4fa" providerId="ADAL" clId="{7B3D9554-FF81-4EB3-A54D-3312DDA58C95}" dt="2025-05-23T17:01:46.936" v="1167" actId="20577"/>
          <ac:spMkLst>
            <pc:docMk/>
            <pc:sldMk cId="1066311120" sldId="2147474043"/>
            <ac:spMk id="29" creationId="{763532F3-8597-9A0B-19A2-1915CDB5F2F3}"/>
          </ac:spMkLst>
        </pc:spChg>
        <pc:picChg chg="add mod">
          <ac:chgData name="Pablo Sanz" userId="b60748b7-f2df-4c57-9ffa-ce60a404c4fa" providerId="ADAL" clId="{7B3D9554-FF81-4EB3-A54D-3312DDA58C95}" dt="2025-05-23T17:22:07.096" v="1209" actId="12788"/>
          <ac:picMkLst>
            <pc:docMk/>
            <pc:sldMk cId="1066311120" sldId="2147474043"/>
            <ac:picMk id="32" creationId="{0780C2E8-F948-1FD8-EAF7-E4631A0C0E74}"/>
          </ac:picMkLst>
        </pc:picChg>
        <pc:picChg chg="add mod">
          <ac:chgData name="Pablo Sanz" userId="b60748b7-f2df-4c57-9ffa-ce60a404c4fa" providerId="ADAL" clId="{7B3D9554-FF81-4EB3-A54D-3312DDA58C95}" dt="2025-05-23T17:22:04.551" v="1208" actId="12788"/>
          <ac:picMkLst>
            <pc:docMk/>
            <pc:sldMk cId="1066311120" sldId="2147474043"/>
            <ac:picMk id="34" creationId="{C0B5E237-DDC0-E84D-E2CE-F7E0BD64CDAB}"/>
          </ac:picMkLst>
        </pc:picChg>
        <pc:picChg chg="add mod">
          <ac:chgData name="Pablo Sanz" userId="b60748b7-f2df-4c57-9ffa-ce60a404c4fa" providerId="ADAL" clId="{7B3D9554-FF81-4EB3-A54D-3312DDA58C95}" dt="2025-05-23T17:22:01.872" v="1207" actId="12788"/>
          <ac:picMkLst>
            <pc:docMk/>
            <pc:sldMk cId="1066311120" sldId="2147474043"/>
            <ac:picMk id="36" creationId="{8372CA8B-E9C1-B1D4-FAD3-CF3B4A4F6A5E}"/>
          </ac:picMkLst>
        </pc:picChg>
        <pc:picChg chg="add mod">
          <ac:chgData name="Pablo Sanz" userId="b60748b7-f2df-4c57-9ffa-ce60a404c4fa" providerId="ADAL" clId="{7B3D9554-FF81-4EB3-A54D-3312DDA58C95}" dt="2025-05-23T17:21:59.470" v="1206" actId="12788"/>
          <ac:picMkLst>
            <pc:docMk/>
            <pc:sldMk cId="1066311120" sldId="2147474043"/>
            <ac:picMk id="38" creationId="{A3D9F19F-DBA3-ED7F-0703-2180DD230C71}"/>
          </ac:picMkLst>
        </pc:picChg>
        <pc:picChg chg="add mod">
          <ac:chgData name="Pablo Sanz" userId="b60748b7-f2df-4c57-9ffa-ce60a404c4fa" providerId="ADAL" clId="{7B3D9554-FF81-4EB3-A54D-3312DDA58C95}" dt="2025-05-23T17:21:56.736" v="1205" actId="12788"/>
          <ac:picMkLst>
            <pc:docMk/>
            <pc:sldMk cId="1066311120" sldId="2147474043"/>
            <ac:picMk id="40" creationId="{709A12A3-8A55-4C7C-D577-E1E29BA0D0AF}"/>
          </ac:picMkLst>
        </pc:picChg>
      </pc:sldChg>
      <pc:sldChg chg="modSp add mod">
        <pc:chgData name="Pablo Sanz" userId="b60748b7-f2df-4c57-9ffa-ce60a404c4fa" providerId="ADAL" clId="{7B3D9554-FF81-4EB3-A54D-3312DDA58C95}" dt="2025-05-23T17:22:28.743" v="1211"/>
        <pc:sldMkLst>
          <pc:docMk/>
          <pc:sldMk cId="2223811373" sldId="2147474044"/>
        </pc:sldMkLst>
        <pc:spChg chg="mod">
          <ac:chgData name="Pablo Sanz" userId="b60748b7-f2df-4c57-9ffa-ce60a404c4fa" providerId="ADAL" clId="{7B3D9554-FF81-4EB3-A54D-3312DDA58C95}" dt="2025-05-23T17:22:28.743" v="1211"/>
          <ac:spMkLst>
            <pc:docMk/>
            <pc:sldMk cId="2223811373" sldId="2147474044"/>
            <ac:spMk id="5" creationId="{8696FAE8-5776-AADC-62D4-E951D48C4B04}"/>
          </ac:spMkLst>
        </pc:spChg>
      </pc:sldChg>
      <pc:sldMasterChg chg="delSldLayout">
        <pc:chgData name="Pablo Sanz" userId="b60748b7-f2df-4c57-9ffa-ce60a404c4fa" providerId="ADAL" clId="{7B3D9554-FF81-4EB3-A54D-3312DDA58C95}" dt="2025-05-23T17:01:57.451" v="1168" actId="47"/>
        <pc:sldMasterMkLst>
          <pc:docMk/>
          <pc:sldMasterMk cId="2572454742" sldId="2147483653"/>
        </pc:sldMasterMkLst>
        <pc:sldLayoutChg chg="del">
          <pc:chgData name="Pablo Sanz" userId="b60748b7-f2df-4c57-9ffa-ce60a404c4fa" providerId="ADAL" clId="{7B3D9554-FF81-4EB3-A54D-3312DDA58C95}" dt="2025-05-23T17:01:57.451" v="1168" actId="47"/>
          <pc:sldLayoutMkLst>
            <pc:docMk/>
            <pc:sldMasterMk cId="2572454742" sldId="2147483653"/>
            <pc:sldLayoutMk cId="1427469889" sldId="2147483660"/>
          </pc:sldLayoutMkLst>
        </pc:sldLayoutChg>
      </pc:sldMasterChg>
    </pc:docChg>
  </pc:docChgLst>
  <pc:docChgLst>
    <pc:chgData name="Pablo Sanz" userId="b60748b7-f2df-4c57-9ffa-ce60a404c4fa" providerId="ADAL" clId="{43ED9019-2D95-4CEA-B515-709C90EA3217}"/>
    <pc:docChg chg="undo custSel addSld delSld modSld sldOrd addSection delSection modSection">
      <pc:chgData name="Pablo Sanz" userId="b60748b7-f2df-4c57-9ffa-ce60a404c4fa" providerId="ADAL" clId="{43ED9019-2D95-4CEA-B515-709C90EA3217}" dt="2025-06-11T20:59:38.351" v="531" actId="313"/>
      <pc:docMkLst>
        <pc:docMk/>
      </pc:docMkLst>
      <pc:sldChg chg="modSp mod ord">
        <pc:chgData name="Pablo Sanz" userId="b60748b7-f2df-4c57-9ffa-ce60a404c4fa" providerId="ADAL" clId="{43ED9019-2D95-4CEA-B515-709C90EA3217}" dt="2025-06-11T20:59:38.351" v="531" actId="313"/>
        <pc:sldMkLst>
          <pc:docMk/>
          <pc:sldMk cId="3515729321" sldId="2147474034"/>
        </pc:sldMkLst>
        <pc:spChg chg="mod">
          <ac:chgData name="Pablo Sanz" userId="b60748b7-f2df-4c57-9ffa-ce60a404c4fa" providerId="ADAL" clId="{43ED9019-2D95-4CEA-B515-709C90EA3217}" dt="2025-06-08T09:42:10.143" v="168" actId="20577"/>
          <ac:spMkLst>
            <pc:docMk/>
            <pc:sldMk cId="3515729321" sldId="2147474034"/>
            <ac:spMk id="5" creationId="{EADAD1E5-47E5-65D0-1013-E0982993C668}"/>
          </ac:spMkLst>
        </pc:spChg>
        <pc:spChg chg="mod">
          <ac:chgData name="Pablo Sanz" userId="b60748b7-f2df-4c57-9ffa-ce60a404c4fa" providerId="ADAL" clId="{43ED9019-2D95-4CEA-B515-709C90EA3217}" dt="2025-06-11T20:59:38.351" v="531" actId="313"/>
          <ac:spMkLst>
            <pc:docMk/>
            <pc:sldMk cId="3515729321" sldId="2147474034"/>
            <ac:spMk id="17" creationId="{88D140D7-7F98-4112-EBE4-F76DF8E49A84}"/>
          </ac:spMkLst>
        </pc:spChg>
      </pc:sldChg>
      <pc:sldChg chg="modSp mod">
        <pc:chgData name="Pablo Sanz" userId="b60748b7-f2df-4c57-9ffa-ce60a404c4fa" providerId="ADAL" clId="{43ED9019-2D95-4CEA-B515-709C90EA3217}" dt="2025-06-08T09:40:35.587" v="113" actId="20577"/>
        <pc:sldMkLst>
          <pc:docMk/>
          <pc:sldMk cId="1441960302" sldId="2147474035"/>
        </pc:sldMkLst>
        <pc:spChg chg="mod">
          <ac:chgData name="Pablo Sanz" userId="b60748b7-f2df-4c57-9ffa-ce60a404c4fa" providerId="ADAL" clId="{43ED9019-2D95-4CEA-B515-709C90EA3217}" dt="2025-06-08T09:40:35.587" v="113" actId="20577"/>
          <ac:spMkLst>
            <pc:docMk/>
            <pc:sldMk cId="1441960302" sldId="2147474035"/>
            <ac:spMk id="5" creationId="{24116F66-4545-87CE-AFA6-4CB55FB9B0A3}"/>
          </ac:spMkLst>
        </pc:spChg>
      </pc:sldChg>
      <pc:sldChg chg="modSp mod">
        <pc:chgData name="Pablo Sanz" userId="b60748b7-f2df-4c57-9ffa-ce60a404c4fa" providerId="ADAL" clId="{43ED9019-2D95-4CEA-B515-709C90EA3217}" dt="2025-06-08T09:40:42.425" v="127" actId="20577"/>
        <pc:sldMkLst>
          <pc:docMk/>
          <pc:sldMk cId="3633853361" sldId="2147474036"/>
        </pc:sldMkLst>
        <pc:spChg chg="mod">
          <ac:chgData name="Pablo Sanz" userId="b60748b7-f2df-4c57-9ffa-ce60a404c4fa" providerId="ADAL" clId="{43ED9019-2D95-4CEA-B515-709C90EA3217}" dt="2025-06-08T09:39:02.812" v="57" actId="27636"/>
          <ac:spMkLst>
            <pc:docMk/>
            <pc:sldMk cId="3633853361" sldId="2147474036"/>
            <ac:spMk id="5" creationId="{39421D76-C94E-8B18-D0A0-D46760B17F75}"/>
          </ac:spMkLst>
        </pc:spChg>
        <pc:spChg chg="mod">
          <ac:chgData name="Pablo Sanz" userId="b60748b7-f2df-4c57-9ffa-ce60a404c4fa" providerId="ADAL" clId="{43ED9019-2D95-4CEA-B515-709C90EA3217}" dt="2025-06-08T09:40:42.425" v="127" actId="20577"/>
          <ac:spMkLst>
            <pc:docMk/>
            <pc:sldMk cId="3633853361" sldId="2147474036"/>
            <ac:spMk id="6" creationId="{513D6BC1-269D-E74B-1BC2-A84862C8827D}"/>
          </ac:spMkLst>
        </pc:spChg>
      </pc:sldChg>
      <pc:sldChg chg="modSp mod">
        <pc:chgData name="Pablo Sanz" userId="b60748b7-f2df-4c57-9ffa-ce60a404c4fa" providerId="ADAL" clId="{43ED9019-2D95-4CEA-B515-709C90EA3217}" dt="2025-06-11T20:59:30.843" v="530" actId="20577"/>
        <pc:sldMkLst>
          <pc:docMk/>
          <pc:sldMk cId="4254767141" sldId="2147474037"/>
        </pc:sldMkLst>
        <pc:spChg chg="mod">
          <ac:chgData name="Pablo Sanz" userId="b60748b7-f2df-4c57-9ffa-ce60a404c4fa" providerId="ADAL" clId="{43ED9019-2D95-4CEA-B515-709C90EA3217}" dt="2025-06-11T20:59:30.843" v="530" actId="20577"/>
          <ac:spMkLst>
            <pc:docMk/>
            <pc:sldMk cId="4254767141" sldId="2147474037"/>
            <ac:spMk id="6" creationId="{7E7CDFE8-0CDD-974E-A38D-2968E0522905}"/>
          </ac:spMkLst>
        </pc:spChg>
      </pc:sldChg>
      <pc:sldChg chg="del">
        <pc:chgData name="Pablo Sanz" userId="b60748b7-f2df-4c57-9ffa-ce60a404c4fa" providerId="ADAL" clId="{43ED9019-2D95-4CEA-B515-709C90EA3217}" dt="2025-06-08T09:41:52.528" v="142" actId="47"/>
        <pc:sldMkLst>
          <pc:docMk/>
          <pc:sldMk cId="2509343801" sldId="2147474038"/>
        </pc:sldMkLst>
      </pc:sldChg>
      <pc:sldChg chg="del">
        <pc:chgData name="Pablo Sanz" userId="b60748b7-f2df-4c57-9ffa-ce60a404c4fa" providerId="ADAL" clId="{43ED9019-2D95-4CEA-B515-709C90EA3217}" dt="2025-06-08T09:41:52.528" v="142" actId="47"/>
        <pc:sldMkLst>
          <pc:docMk/>
          <pc:sldMk cId="2768458998" sldId="2147474039"/>
        </pc:sldMkLst>
      </pc:sldChg>
      <pc:sldChg chg="del">
        <pc:chgData name="Pablo Sanz" userId="b60748b7-f2df-4c57-9ffa-ce60a404c4fa" providerId="ADAL" clId="{43ED9019-2D95-4CEA-B515-709C90EA3217}" dt="2025-06-08T09:41:52.528" v="142" actId="47"/>
        <pc:sldMkLst>
          <pc:docMk/>
          <pc:sldMk cId="3063459761" sldId="2147474040"/>
        </pc:sldMkLst>
      </pc:sldChg>
      <pc:sldChg chg="del">
        <pc:chgData name="Pablo Sanz" userId="b60748b7-f2df-4c57-9ffa-ce60a404c4fa" providerId="ADAL" clId="{43ED9019-2D95-4CEA-B515-709C90EA3217}" dt="2025-06-08T09:41:54.402" v="143" actId="47"/>
        <pc:sldMkLst>
          <pc:docMk/>
          <pc:sldMk cId="641552541" sldId="2147474041"/>
        </pc:sldMkLst>
      </pc:sldChg>
      <pc:sldChg chg="del">
        <pc:chgData name="Pablo Sanz" userId="b60748b7-f2df-4c57-9ffa-ce60a404c4fa" providerId="ADAL" clId="{43ED9019-2D95-4CEA-B515-709C90EA3217}" dt="2025-06-08T09:41:54.402" v="143" actId="47"/>
        <pc:sldMkLst>
          <pc:docMk/>
          <pc:sldMk cId="3471979225" sldId="2147474042"/>
        </pc:sldMkLst>
      </pc:sldChg>
      <pc:sldChg chg="ord">
        <pc:chgData name="Pablo Sanz" userId="b60748b7-f2df-4c57-9ffa-ce60a404c4fa" providerId="ADAL" clId="{43ED9019-2D95-4CEA-B515-709C90EA3217}" dt="2025-06-08T16:47:17.687" v="367"/>
        <pc:sldMkLst>
          <pc:docMk/>
          <pc:sldMk cId="1066311120" sldId="2147474043"/>
        </pc:sldMkLst>
      </pc:sldChg>
      <pc:sldChg chg="modSp mod ord">
        <pc:chgData name="Pablo Sanz" userId="b60748b7-f2df-4c57-9ffa-ce60a404c4fa" providerId="ADAL" clId="{43ED9019-2D95-4CEA-B515-709C90EA3217}" dt="2025-06-08T16:48:58.195" v="475" actId="20577"/>
        <pc:sldMkLst>
          <pc:docMk/>
          <pc:sldMk cId="2223811373" sldId="2147474044"/>
        </pc:sldMkLst>
        <pc:spChg chg="mod">
          <ac:chgData name="Pablo Sanz" userId="b60748b7-f2df-4c57-9ffa-ce60a404c4fa" providerId="ADAL" clId="{43ED9019-2D95-4CEA-B515-709C90EA3217}" dt="2025-06-08T16:48:58.195" v="475" actId="20577"/>
          <ac:spMkLst>
            <pc:docMk/>
            <pc:sldMk cId="2223811373" sldId="2147474044"/>
            <ac:spMk id="5" creationId="{8696FAE8-5776-AADC-62D4-E951D48C4B04}"/>
          </ac:spMkLst>
        </pc:spChg>
      </pc:sldChg>
      <pc:sldChg chg="addSp delSp modSp add mod">
        <pc:chgData name="Pablo Sanz" userId="b60748b7-f2df-4c57-9ffa-ce60a404c4fa" providerId="ADAL" clId="{43ED9019-2D95-4CEA-B515-709C90EA3217}" dt="2025-06-08T16:50:34.132" v="529" actId="20577"/>
        <pc:sldMkLst>
          <pc:docMk/>
          <pc:sldMk cId="637695768" sldId="2147474045"/>
        </pc:sldMkLst>
        <pc:spChg chg="add mod">
          <ac:chgData name="Pablo Sanz" userId="b60748b7-f2df-4c57-9ffa-ce60a404c4fa" providerId="ADAL" clId="{43ED9019-2D95-4CEA-B515-709C90EA3217}" dt="2025-06-08T16:43:56.423" v="344" actId="1038"/>
          <ac:spMkLst>
            <pc:docMk/>
            <pc:sldMk cId="637695768" sldId="2147474045"/>
            <ac:spMk id="4" creationId="{511B45FD-BB2E-5025-83F1-110EF9C4DB2F}"/>
          </ac:spMkLst>
        </pc:spChg>
        <pc:spChg chg="mod">
          <ac:chgData name="Pablo Sanz" userId="b60748b7-f2df-4c57-9ffa-ce60a404c4fa" providerId="ADAL" clId="{43ED9019-2D95-4CEA-B515-709C90EA3217}" dt="2025-06-08T14:14:43.297" v="229" actId="27636"/>
          <ac:spMkLst>
            <pc:docMk/>
            <pc:sldMk cId="637695768" sldId="2147474045"/>
            <ac:spMk id="5" creationId="{BD7FA477-F2BE-4A6D-2165-90173468D6AA}"/>
          </ac:spMkLst>
        </pc:spChg>
        <pc:spChg chg="add mod ord">
          <ac:chgData name="Pablo Sanz" userId="b60748b7-f2df-4c57-9ffa-ce60a404c4fa" providerId="ADAL" clId="{43ED9019-2D95-4CEA-B515-709C90EA3217}" dt="2025-06-08T16:43:56.423" v="344" actId="1038"/>
          <ac:spMkLst>
            <pc:docMk/>
            <pc:sldMk cId="637695768" sldId="2147474045"/>
            <ac:spMk id="7" creationId="{30E4EDD2-D13B-E908-9189-984F7F8E7387}"/>
          </ac:spMkLst>
        </pc:spChg>
        <pc:spChg chg="add mod">
          <ac:chgData name="Pablo Sanz" userId="b60748b7-f2df-4c57-9ffa-ce60a404c4fa" providerId="ADAL" clId="{43ED9019-2D95-4CEA-B515-709C90EA3217}" dt="2025-06-08T16:49:28.694" v="489" actId="313"/>
          <ac:spMkLst>
            <pc:docMk/>
            <pc:sldMk cId="637695768" sldId="2147474045"/>
            <ac:spMk id="13" creationId="{0E4DEFBC-5341-3CDA-4F5D-2AA9970E8F12}"/>
          </ac:spMkLst>
        </pc:spChg>
        <pc:spChg chg="add mod">
          <ac:chgData name="Pablo Sanz" userId="b60748b7-f2df-4c57-9ffa-ce60a404c4fa" providerId="ADAL" clId="{43ED9019-2D95-4CEA-B515-709C90EA3217}" dt="2025-06-08T16:49:59.738" v="507" actId="20577"/>
          <ac:spMkLst>
            <pc:docMk/>
            <pc:sldMk cId="637695768" sldId="2147474045"/>
            <ac:spMk id="14" creationId="{7CDBC061-2DCE-AACD-3106-02A49B7BC0DC}"/>
          </ac:spMkLst>
        </pc:spChg>
        <pc:spChg chg="add mod">
          <ac:chgData name="Pablo Sanz" userId="b60748b7-f2df-4c57-9ffa-ce60a404c4fa" providerId="ADAL" clId="{43ED9019-2D95-4CEA-B515-709C90EA3217}" dt="2025-06-08T16:49:26.762" v="488" actId="313"/>
          <ac:spMkLst>
            <pc:docMk/>
            <pc:sldMk cId="637695768" sldId="2147474045"/>
            <ac:spMk id="15" creationId="{EA383880-80D9-5DB0-52B6-82CF3B674EED}"/>
          </ac:spMkLst>
        </pc:spChg>
        <pc:spChg chg="add mod">
          <ac:chgData name="Pablo Sanz" userId="b60748b7-f2df-4c57-9ffa-ce60a404c4fa" providerId="ADAL" clId="{43ED9019-2D95-4CEA-B515-709C90EA3217}" dt="2025-06-08T16:50:26.931" v="518" actId="20577"/>
          <ac:spMkLst>
            <pc:docMk/>
            <pc:sldMk cId="637695768" sldId="2147474045"/>
            <ac:spMk id="16" creationId="{39F1646E-6704-E1E3-2398-157663EB6BB7}"/>
          </ac:spMkLst>
        </pc:spChg>
        <pc:spChg chg="add mod">
          <ac:chgData name="Pablo Sanz" userId="b60748b7-f2df-4c57-9ffa-ce60a404c4fa" providerId="ADAL" clId="{43ED9019-2D95-4CEA-B515-709C90EA3217}" dt="2025-06-08T16:50:34.132" v="529" actId="20577"/>
          <ac:spMkLst>
            <pc:docMk/>
            <pc:sldMk cId="637695768" sldId="2147474045"/>
            <ac:spMk id="18" creationId="{439F551A-628E-1E20-A585-9867041DF245}"/>
          </ac:spMkLst>
        </pc:spChg>
      </pc:sldChg>
    </pc:docChg>
  </pc:docChgLst>
  <pc:docChgLst>
    <pc:chgData name="Pablo Sanz" userId="b60748b7-f2df-4c57-9ffa-ce60a404c4fa" providerId="ADAL" clId="{3445D012-336F-49A7-A294-E71B7694E80C}"/>
    <pc:docChg chg="undo redo custSel addSld delSld modSld sldOrd addSection modSection">
      <pc:chgData name="Pablo Sanz" userId="b60748b7-f2df-4c57-9ffa-ce60a404c4fa" providerId="ADAL" clId="{3445D012-336F-49A7-A294-E71B7694E80C}" dt="2025-05-23T10:33:06.649" v="4572" actId="20577"/>
      <pc:docMkLst>
        <pc:docMk/>
      </pc:docMkLst>
      <pc:sldChg chg="addSp modSp mod">
        <pc:chgData name="Pablo Sanz" userId="b60748b7-f2df-4c57-9ffa-ce60a404c4fa" providerId="ADAL" clId="{3445D012-336F-49A7-A294-E71B7694E80C}" dt="2025-04-25T18:14:44.696" v="620" actId="1076"/>
        <pc:sldMkLst>
          <pc:docMk/>
          <pc:sldMk cId="1648622587" sldId="334"/>
        </pc:sldMkLst>
      </pc:sldChg>
      <pc:sldChg chg="addSp delSp modSp add mod">
        <pc:chgData name="Pablo Sanz" userId="b60748b7-f2df-4c57-9ffa-ce60a404c4fa" providerId="ADAL" clId="{3445D012-336F-49A7-A294-E71B7694E80C}" dt="2025-04-25T18:01:20.653" v="254" actId="20577"/>
        <pc:sldMkLst>
          <pc:docMk/>
          <pc:sldMk cId="3972106050" sldId="335"/>
        </pc:sldMkLst>
      </pc:sldChg>
      <pc:sldChg chg="modSp add mod ord">
        <pc:chgData name="Pablo Sanz" userId="b60748b7-f2df-4c57-9ffa-ce60a404c4fa" providerId="ADAL" clId="{3445D012-336F-49A7-A294-E71B7694E80C}" dt="2025-04-25T18:26:54.754" v="1116" actId="20577"/>
        <pc:sldMkLst>
          <pc:docMk/>
          <pc:sldMk cId="1630953449" sldId="336"/>
        </pc:sldMkLst>
      </pc:sldChg>
      <pc:sldChg chg="modSp add mod">
        <pc:chgData name="Pablo Sanz" userId="b60748b7-f2df-4c57-9ffa-ce60a404c4fa" providerId="ADAL" clId="{3445D012-336F-49A7-A294-E71B7694E80C}" dt="2025-05-23T10:33:06.649" v="4572" actId="20577"/>
        <pc:sldMkLst>
          <pc:docMk/>
          <pc:sldMk cId="910241638" sldId="337"/>
        </pc:sldMkLst>
      </pc:sldChg>
      <pc:sldChg chg="add del">
        <pc:chgData name="Pablo Sanz" userId="b60748b7-f2df-4c57-9ffa-ce60a404c4fa" providerId="ADAL" clId="{3445D012-336F-49A7-A294-E71B7694E80C}" dt="2025-04-25T18:15:18.825" v="624" actId="47"/>
        <pc:sldMkLst>
          <pc:docMk/>
          <pc:sldMk cId="2326715694" sldId="338"/>
        </pc:sldMkLst>
      </pc:sldChg>
      <pc:sldChg chg="addSp modSp add mod ord">
        <pc:chgData name="Pablo Sanz" userId="b60748b7-f2df-4c57-9ffa-ce60a404c4fa" providerId="ADAL" clId="{3445D012-336F-49A7-A294-E71B7694E80C}" dt="2025-04-25T18:28:39.149" v="1192" actId="20577"/>
        <pc:sldMkLst>
          <pc:docMk/>
          <pc:sldMk cId="2876114064" sldId="338"/>
        </pc:sldMkLst>
      </pc:sldChg>
      <pc:sldChg chg="addSp delSp modSp add mod">
        <pc:chgData name="Pablo Sanz" userId="b60748b7-f2df-4c57-9ffa-ce60a404c4fa" providerId="ADAL" clId="{3445D012-336F-49A7-A294-E71B7694E80C}" dt="2025-05-23T10:28:57.545" v="4517" actId="20577"/>
        <pc:sldMkLst>
          <pc:docMk/>
          <pc:sldMk cId="3912809633" sldId="339"/>
        </pc:sldMkLst>
      </pc:sldChg>
      <pc:sldChg chg="addSp delSp modSp add mod">
        <pc:chgData name="Pablo Sanz" userId="b60748b7-f2df-4c57-9ffa-ce60a404c4fa" providerId="ADAL" clId="{3445D012-336F-49A7-A294-E71B7694E80C}" dt="2025-04-26T10:18:22.926" v="1502" actId="207"/>
        <pc:sldMkLst>
          <pc:docMk/>
          <pc:sldMk cId="1961196676" sldId="340"/>
        </pc:sldMkLst>
      </pc:sldChg>
      <pc:sldChg chg="modSp add del mod">
        <pc:chgData name="Pablo Sanz" userId="b60748b7-f2df-4c57-9ffa-ce60a404c4fa" providerId="ADAL" clId="{3445D012-336F-49A7-A294-E71B7694E80C}" dt="2025-04-26T10:14:02.187" v="1456" actId="47"/>
        <pc:sldMkLst>
          <pc:docMk/>
          <pc:sldMk cId="2952024714" sldId="2147473978"/>
        </pc:sldMkLst>
      </pc:sldChg>
      <pc:sldChg chg="modSp add del mod">
        <pc:chgData name="Pablo Sanz" userId="b60748b7-f2df-4c57-9ffa-ce60a404c4fa" providerId="ADAL" clId="{3445D012-336F-49A7-A294-E71B7694E80C}" dt="2025-04-26T10:39:36.932" v="1503" actId="47"/>
        <pc:sldMkLst>
          <pc:docMk/>
          <pc:sldMk cId="3353819699" sldId="2147473980"/>
        </pc:sldMkLst>
      </pc:sldChg>
      <pc:sldChg chg="modSp add del mod">
        <pc:chgData name="Pablo Sanz" userId="b60748b7-f2df-4c57-9ffa-ce60a404c4fa" providerId="ADAL" clId="{3445D012-336F-49A7-A294-E71B7694E80C}" dt="2025-04-26T07:50:11.329" v="1272" actId="47"/>
        <pc:sldMkLst>
          <pc:docMk/>
          <pc:sldMk cId="2772237289" sldId="2147473983"/>
        </pc:sldMkLst>
      </pc:sldChg>
      <pc:sldChg chg="modSp add del mod ord">
        <pc:chgData name="Pablo Sanz" userId="b60748b7-f2df-4c57-9ffa-ce60a404c4fa" providerId="ADAL" clId="{3445D012-336F-49A7-A294-E71B7694E80C}" dt="2025-05-12T06:05:30.461" v="3760" actId="47"/>
        <pc:sldMkLst>
          <pc:docMk/>
          <pc:sldMk cId="2127246953" sldId="2147473984"/>
        </pc:sldMkLst>
      </pc:sldChg>
      <pc:sldChg chg="modSp add mod ord">
        <pc:chgData name="Pablo Sanz" userId="b60748b7-f2df-4c57-9ffa-ce60a404c4fa" providerId="ADAL" clId="{3445D012-336F-49A7-A294-E71B7694E80C}" dt="2025-05-12T06:09:15.753" v="3767"/>
        <pc:sldMkLst>
          <pc:docMk/>
          <pc:sldMk cId="3504083086" sldId="2147474003"/>
        </pc:sldMkLst>
      </pc:sldChg>
      <pc:sldChg chg="modSp add del mod">
        <pc:chgData name="Pablo Sanz" userId="b60748b7-f2df-4c57-9ffa-ce60a404c4fa" providerId="ADAL" clId="{3445D012-336F-49A7-A294-E71B7694E80C}" dt="2025-04-26T10:06:12.065" v="1410" actId="47"/>
        <pc:sldMkLst>
          <pc:docMk/>
          <pc:sldMk cId="143304954" sldId="2147474024"/>
        </pc:sldMkLst>
      </pc:sldChg>
      <pc:sldChg chg="addSp delSp modSp add del mod">
        <pc:chgData name="Pablo Sanz" userId="b60748b7-f2df-4c57-9ffa-ce60a404c4fa" providerId="ADAL" clId="{3445D012-336F-49A7-A294-E71B7694E80C}" dt="2025-04-26T10:58:09.031" v="1699" actId="47"/>
        <pc:sldMkLst>
          <pc:docMk/>
          <pc:sldMk cId="3974225013" sldId="2147474025"/>
        </pc:sldMkLst>
      </pc:sldChg>
      <pc:sldChg chg="addSp delSp modSp add mod">
        <pc:chgData name="Pablo Sanz" userId="b60748b7-f2df-4c57-9ffa-ce60a404c4fa" providerId="ADAL" clId="{3445D012-336F-49A7-A294-E71B7694E80C}" dt="2025-04-26T10:49:10.186" v="1658" actId="20577"/>
        <pc:sldMkLst>
          <pc:docMk/>
          <pc:sldMk cId="3083179937" sldId="2147474026"/>
        </pc:sldMkLst>
      </pc:sldChg>
      <pc:sldChg chg="addSp delSp modSp add mod">
        <pc:chgData name="Pablo Sanz" userId="b60748b7-f2df-4c57-9ffa-ce60a404c4fa" providerId="ADAL" clId="{3445D012-336F-49A7-A294-E71B7694E80C}" dt="2025-04-26T10:58:30.050" v="1701" actId="1076"/>
        <pc:sldMkLst>
          <pc:docMk/>
          <pc:sldMk cId="195229177" sldId="2147474027"/>
        </pc:sldMkLst>
      </pc:sldChg>
      <pc:sldChg chg="addSp delSp modSp add mod">
        <pc:chgData name="Pablo Sanz" userId="b60748b7-f2df-4c57-9ffa-ce60a404c4fa" providerId="ADAL" clId="{3445D012-336F-49A7-A294-E71B7694E80C}" dt="2025-04-26T11:25:33.340" v="1936" actId="1076"/>
        <pc:sldMkLst>
          <pc:docMk/>
          <pc:sldMk cId="956919486" sldId="2147474028"/>
        </pc:sldMkLst>
      </pc:sldChg>
      <pc:sldChg chg="addSp delSp modSp add mod">
        <pc:chgData name="Pablo Sanz" userId="b60748b7-f2df-4c57-9ffa-ce60a404c4fa" providerId="ADAL" clId="{3445D012-336F-49A7-A294-E71B7694E80C}" dt="2025-05-08T21:08:45.349" v="3346" actId="20577"/>
        <pc:sldMkLst>
          <pc:docMk/>
          <pc:sldMk cId="991730709" sldId="2147474029"/>
        </pc:sldMkLst>
      </pc:sldChg>
      <pc:sldChg chg="delSp modSp add mod modNotesTx">
        <pc:chgData name="Pablo Sanz" userId="b60748b7-f2df-4c57-9ffa-ce60a404c4fa" providerId="ADAL" clId="{3445D012-336F-49A7-A294-E71B7694E80C}" dt="2025-05-08T20:52:19.762" v="2931" actId="20577"/>
        <pc:sldMkLst>
          <pc:docMk/>
          <pc:sldMk cId="63013833" sldId="2147474030"/>
        </pc:sldMkLst>
      </pc:sldChg>
      <pc:sldChg chg="add del">
        <pc:chgData name="Pablo Sanz" userId="b60748b7-f2df-4c57-9ffa-ce60a404c4fa" providerId="ADAL" clId="{3445D012-336F-49A7-A294-E71B7694E80C}" dt="2025-05-08T20:43:27.731" v="2151"/>
        <pc:sldMkLst>
          <pc:docMk/>
          <pc:sldMk cId="3911265853" sldId="2147474030"/>
        </pc:sldMkLst>
      </pc:sldChg>
      <pc:sldChg chg="addSp delSp modSp add mod modNotesTx">
        <pc:chgData name="Pablo Sanz" userId="b60748b7-f2df-4c57-9ffa-ce60a404c4fa" providerId="ADAL" clId="{3445D012-336F-49A7-A294-E71B7694E80C}" dt="2025-05-08T21:13:27.024" v="3469" actId="108"/>
        <pc:sldMkLst>
          <pc:docMk/>
          <pc:sldMk cId="3694997189" sldId="2147474031"/>
        </pc:sldMkLst>
      </pc:sldChg>
      <pc:sldChg chg="addSp delSp modSp add mod">
        <pc:chgData name="Pablo Sanz" userId="b60748b7-f2df-4c57-9ffa-ce60a404c4fa" providerId="ADAL" clId="{3445D012-336F-49A7-A294-E71B7694E80C}" dt="2025-05-08T21:11:22.933" v="3424" actId="12788"/>
        <pc:sldMkLst>
          <pc:docMk/>
          <pc:sldMk cId="3937063794" sldId="2147474032"/>
        </pc:sldMkLst>
      </pc:sldChg>
      <pc:sldChg chg="addSp delSp modSp add mod">
        <pc:chgData name="Pablo Sanz" userId="b60748b7-f2df-4c57-9ffa-ce60a404c4fa" providerId="ADAL" clId="{3445D012-336F-49A7-A294-E71B7694E80C}" dt="2025-05-08T21:22:42.751" v="3641" actId="12788"/>
        <pc:sldMkLst>
          <pc:docMk/>
          <pc:sldMk cId="2948245080" sldId="2147474033"/>
        </pc:sldMkLst>
      </pc:sldChg>
      <pc:sldChg chg="addSp modSp add del">
        <pc:chgData name="Pablo Sanz" userId="b60748b7-f2df-4c57-9ffa-ce60a404c4fa" providerId="ADAL" clId="{3445D012-336F-49A7-A294-E71B7694E80C}" dt="2025-05-08T21:23:26.012" v="3644" actId="47"/>
        <pc:sldMkLst>
          <pc:docMk/>
          <pc:sldMk cId="878473937" sldId="2147474034"/>
        </pc:sldMkLst>
      </pc:sldChg>
      <pc:sldChg chg="addSp delSp modSp add mod">
        <pc:chgData name="Pablo Sanz" userId="b60748b7-f2df-4c57-9ffa-ce60a404c4fa" providerId="ADAL" clId="{3445D012-336F-49A7-A294-E71B7694E80C}" dt="2025-05-12T06:04:47.835" v="3759" actId="14100"/>
        <pc:sldMkLst>
          <pc:docMk/>
          <pc:sldMk cId="3515729321" sldId="2147474034"/>
        </pc:sldMkLst>
      </pc:sldChg>
      <pc:sldChg chg="modSp add mod">
        <pc:chgData name="Pablo Sanz" userId="b60748b7-f2df-4c57-9ffa-ce60a404c4fa" providerId="ADAL" clId="{3445D012-336F-49A7-A294-E71B7694E80C}" dt="2025-05-12T06:09:50.443" v="3771" actId="27636"/>
        <pc:sldMkLst>
          <pc:docMk/>
          <pc:sldMk cId="1441960302" sldId="2147474035"/>
        </pc:sldMkLst>
        <pc:spChg chg="mod">
          <ac:chgData name="Pablo Sanz" userId="b60748b7-f2df-4c57-9ffa-ce60a404c4fa" providerId="ADAL" clId="{3445D012-336F-49A7-A294-E71B7694E80C}" dt="2025-05-12T06:09:50.443" v="3771" actId="27636"/>
          <ac:spMkLst>
            <pc:docMk/>
            <pc:sldMk cId="1441960302" sldId="2147474035"/>
            <ac:spMk id="5" creationId="{24116F66-4545-87CE-AFA6-4CB55FB9B0A3}"/>
          </ac:spMkLst>
        </pc:spChg>
      </pc:sldChg>
      <pc:sldChg chg="modSp add mod">
        <pc:chgData name="Pablo Sanz" userId="b60748b7-f2df-4c57-9ffa-ce60a404c4fa" providerId="ADAL" clId="{3445D012-336F-49A7-A294-E71B7694E80C}" dt="2025-05-23T10:32:42.474" v="4532" actId="20577"/>
        <pc:sldMkLst>
          <pc:docMk/>
          <pc:sldMk cId="3633853361" sldId="2147474036"/>
        </pc:sldMkLst>
        <pc:spChg chg="mod">
          <ac:chgData name="Pablo Sanz" userId="b60748b7-f2df-4c57-9ffa-ce60a404c4fa" providerId="ADAL" clId="{3445D012-336F-49A7-A294-E71B7694E80C}" dt="2025-05-12T06:17:23.662" v="3778" actId="27636"/>
          <ac:spMkLst>
            <pc:docMk/>
            <pc:sldMk cId="3633853361" sldId="2147474036"/>
            <ac:spMk id="5" creationId="{39421D76-C94E-8B18-D0A0-D46760B17F75}"/>
          </ac:spMkLst>
        </pc:spChg>
        <pc:spChg chg="mod">
          <ac:chgData name="Pablo Sanz" userId="b60748b7-f2df-4c57-9ffa-ce60a404c4fa" providerId="ADAL" clId="{3445D012-336F-49A7-A294-E71B7694E80C}" dt="2025-05-23T10:32:42.474" v="4532" actId="20577"/>
          <ac:spMkLst>
            <pc:docMk/>
            <pc:sldMk cId="3633853361" sldId="2147474036"/>
            <ac:spMk id="6" creationId="{513D6BC1-269D-E74B-1BC2-A84862C8827D}"/>
          </ac:spMkLst>
        </pc:spChg>
      </pc:sldChg>
      <pc:sldChg chg="modSp add mod">
        <pc:chgData name="Pablo Sanz" userId="b60748b7-f2df-4c57-9ffa-ce60a404c4fa" providerId="ADAL" clId="{3445D012-336F-49A7-A294-E71B7694E80C}" dt="2025-05-12T06:26:59.339" v="4076" actId="20577"/>
        <pc:sldMkLst>
          <pc:docMk/>
          <pc:sldMk cId="4254767141" sldId="2147474037"/>
        </pc:sldMkLst>
        <pc:spChg chg="mod">
          <ac:chgData name="Pablo Sanz" userId="b60748b7-f2df-4c57-9ffa-ce60a404c4fa" providerId="ADAL" clId="{3445D012-336F-49A7-A294-E71B7694E80C}" dt="2025-05-12T06:26:59.339" v="4076" actId="20577"/>
          <ac:spMkLst>
            <pc:docMk/>
            <pc:sldMk cId="4254767141" sldId="2147474037"/>
            <ac:spMk id="6" creationId="{7E7CDFE8-0CDD-974E-A38D-2968E0522905}"/>
          </ac:spMkLst>
        </pc:spChg>
      </pc:sldChg>
      <pc:sldChg chg="addSp delSp modSp add mod">
        <pc:chgData name="Pablo Sanz" userId="b60748b7-f2df-4c57-9ffa-ce60a404c4fa" providerId="ADAL" clId="{3445D012-336F-49A7-A294-E71B7694E80C}" dt="2025-05-12T06:45:25.291" v="4416" actId="12788"/>
        <pc:sldMkLst>
          <pc:docMk/>
          <pc:sldMk cId="2509343801" sldId="2147474038"/>
        </pc:sldMkLst>
      </pc:sldChg>
      <pc:sldChg chg="delSp add del">
        <pc:chgData name="Pablo Sanz" userId="b60748b7-f2df-4c57-9ffa-ce60a404c4fa" providerId="ADAL" clId="{3445D012-336F-49A7-A294-E71B7694E80C}" dt="2025-05-12T06:40:53.535" v="4156" actId="47"/>
        <pc:sldMkLst>
          <pc:docMk/>
          <pc:sldMk cId="2510353451" sldId="2147474039"/>
        </pc:sldMkLst>
      </pc:sldChg>
      <pc:sldMasterChg chg="delSldLayout">
        <pc:chgData name="Pablo Sanz" userId="b60748b7-f2df-4c57-9ffa-ce60a404c4fa" providerId="ADAL" clId="{3445D012-336F-49A7-A294-E71B7694E80C}" dt="2025-04-26T07:50:11.329" v="1272" actId="47"/>
        <pc:sldMasterMkLst>
          <pc:docMk/>
          <pc:sldMasterMk cId="2572454742" sldId="2147483653"/>
        </pc:sldMasterMkLst>
        <pc:sldLayoutChg chg="del">
          <pc:chgData name="Pablo Sanz" userId="b60748b7-f2df-4c57-9ffa-ce60a404c4fa" providerId="ADAL" clId="{3445D012-336F-49A7-A294-E71B7694E80C}" dt="2025-04-26T07:50:11.329" v="1272" actId="47"/>
          <pc:sldLayoutMkLst>
            <pc:docMk/>
            <pc:sldMasterMk cId="2572454742" sldId="2147483653"/>
            <pc:sldLayoutMk cId="2500194487" sldId="214748366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B7E6F-32B6-4D71-B377-734A03E6F81B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D2714-3170-454D-BDE7-33312AC051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0369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6DFC6-7D9C-4B63-B8DE-A4BEF951172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F8B64C-EDD0-41C9-AB7F-26F0E93D38A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4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0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5ee5cc475b_0_15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35ee5cc475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ee5cc475b_0_63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g35ee5cc475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DB571-A625-D97A-3F1A-E9E01B060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B00FF99-4E8F-DE66-887F-36E234D04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5049056-6C9F-BA8C-5AA3-61CD03182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22CD4B-BF5A-FE65-29C5-B8A760772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2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E72B8-6786-E5F0-3E62-7E14CF8C6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7138EB4-A452-D056-AF4C-94AEF5F23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59D04FF-1B6D-D3D6-E713-30A559262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370EC2-4C92-FEDC-E1DE-95B9141E6B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52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latin typeface="Montserrat" panose="00000500000000000000" pitchFamily="2" charset="0"/>
              </a:rPr>
              <a:t>Comprender la estructura jerárquica de Unity </a:t>
            </a:r>
            <a:r>
              <a:rPr lang="es-ES" sz="1200" b="1" dirty="0" err="1">
                <a:latin typeface="Montserrat" panose="00000500000000000000" pitchFamily="2" charset="0"/>
              </a:rPr>
              <a:t>Catalog</a:t>
            </a:r>
            <a:r>
              <a:rPr lang="es-ES" sz="1200" b="1" dirty="0">
                <a:latin typeface="Montserrat" panose="00000500000000000000" pitchFamily="2" charset="0"/>
              </a:rPr>
              <a:t> es clave para organizar, asegurar y gobernar los datos: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dirty="0">
                <a:latin typeface="Montserrat" panose="00000500000000000000" pitchFamily="2" charset="0"/>
              </a:rPr>
              <a:t>desde el </a:t>
            </a:r>
            <a:r>
              <a:rPr lang="es-ES" sz="1200" b="1" dirty="0">
                <a:latin typeface="Montserrat" panose="00000500000000000000" pitchFamily="2" charset="0"/>
              </a:rPr>
              <a:t>nivel global (catálogo)</a:t>
            </a:r>
            <a:r>
              <a:rPr lang="es-ES" sz="1200" b="0" dirty="0">
                <a:latin typeface="Montserrat" panose="00000500000000000000" pitchFamily="2" charset="0"/>
              </a:rPr>
              <a:t>, pasando por el </a:t>
            </a:r>
            <a:r>
              <a:rPr lang="es-ES" sz="1200" b="1" dirty="0">
                <a:latin typeface="Montserrat" panose="00000500000000000000" pitchFamily="2" charset="0"/>
              </a:rPr>
              <a:t>espacio de trabajo lógico (</a:t>
            </a:r>
            <a:r>
              <a:rPr lang="es-ES" sz="1200" b="1" dirty="0" err="1">
                <a:latin typeface="Montserrat" panose="00000500000000000000" pitchFamily="2" charset="0"/>
              </a:rPr>
              <a:t>schema</a:t>
            </a:r>
            <a:r>
              <a:rPr lang="es-ES" sz="1200" b="1" dirty="0">
                <a:latin typeface="Montserrat" panose="00000500000000000000" pitchFamily="2" charset="0"/>
              </a:rPr>
              <a:t>)</a:t>
            </a:r>
            <a:r>
              <a:rPr lang="es-ES" sz="1200" b="0" dirty="0">
                <a:latin typeface="Montserrat" panose="00000500000000000000" pitchFamily="2" charset="0"/>
              </a:rPr>
              <a:t>, hasta los objetos concretos donde residen y se consumen los datos (tablas, vistas, volúmenes y funciones).</a:t>
            </a:r>
          </a:p>
          <a:p>
            <a:endParaRPr lang="es-ES" b="1" dirty="0"/>
          </a:p>
          <a:p>
            <a:endParaRPr lang="es-ES" b="1" dirty="0"/>
          </a:p>
          <a:p>
            <a:r>
              <a:rPr lang="es-ES" b="1" dirty="0"/>
              <a:t>📝 ¿Cuándo usar varios </a:t>
            </a:r>
            <a:r>
              <a:rPr lang="es-ES" b="1" dirty="0" err="1"/>
              <a:t>metastores</a:t>
            </a:r>
            <a:r>
              <a:rPr lang="es-ES" b="1" dirty="0"/>
              <a:t> en una empresa?</a:t>
            </a:r>
          </a:p>
          <a:p>
            <a:r>
              <a:rPr lang="es-ES" dirty="0"/>
              <a:t>Aunque lo recomendable es gestionar todo desde un único </a:t>
            </a:r>
            <a:r>
              <a:rPr lang="es-ES" dirty="0" err="1"/>
              <a:t>metastore</a:t>
            </a:r>
            <a:r>
              <a:rPr lang="es-ES" dirty="0"/>
              <a:t> (Unity </a:t>
            </a:r>
            <a:r>
              <a:rPr lang="es-ES" dirty="0" err="1"/>
              <a:t>Catalog</a:t>
            </a:r>
            <a:r>
              <a:rPr lang="es-ES" dirty="0"/>
              <a:t>), hay </a:t>
            </a:r>
            <a:r>
              <a:rPr lang="es-ES" b="1" dirty="0"/>
              <a:t>casos justificados</a:t>
            </a:r>
            <a:r>
              <a:rPr lang="es-ES" dirty="0"/>
              <a:t> donde tener más de uno es necesario:</a:t>
            </a:r>
          </a:p>
          <a:p>
            <a:r>
              <a:rPr lang="es-ES" b="1" dirty="0"/>
              <a:t>🌍 Requisitos de residencia de datos</a:t>
            </a:r>
            <a:br>
              <a:rPr lang="es-ES" dirty="0"/>
            </a:br>
            <a:r>
              <a:rPr lang="es-ES" dirty="0"/>
              <a:t>Cuando una empresa opera en varias regiones con leyes distintas (por ejemplo, GDPR en la UE), puede ser obligatorio mantener los datos en </a:t>
            </a:r>
            <a:r>
              <a:rPr lang="es-ES" dirty="0" err="1"/>
              <a:t>metastores</a:t>
            </a:r>
            <a:r>
              <a:rPr lang="es-ES" dirty="0"/>
              <a:t> separados por región.</a:t>
            </a:r>
          </a:p>
          <a:p>
            <a:r>
              <a:rPr lang="es-ES" b="1" dirty="0"/>
              <a:t>🔐 Necesidad de aislamiento total</a:t>
            </a:r>
            <a:br>
              <a:rPr lang="es-ES" dirty="0"/>
            </a:br>
            <a:r>
              <a:rPr lang="es-ES" dirty="0"/>
              <a:t>En grandes organizaciones con unidades de negocio independientes o altamente reguladas, puede ser necesario que cada una tenga su propio </a:t>
            </a:r>
            <a:r>
              <a:rPr lang="es-ES" dirty="0" err="1"/>
              <a:t>metastore</a:t>
            </a:r>
            <a:r>
              <a:rPr lang="es-ES" dirty="0"/>
              <a:t> para garantizar separación de permisos, políticas y administración.</a:t>
            </a:r>
          </a:p>
          <a:p>
            <a:r>
              <a:rPr lang="es-ES" b="1" dirty="0"/>
              <a:t>☁️ Restricciones </a:t>
            </a:r>
            <a:r>
              <a:rPr lang="es-ES" b="1" dirty="0" err="1"/>
              <a:t>multicloud</a:t>
            </a:r>
            <a:br>
              <a:rPr lang="es-ES" dirty="0"/>
            </a:br>
            <a:r>
              <a:rPr lang="es-ES" dirty="0"/>
              <a:t>Si la empresa opera en distintas nubes (AWS, Azure, GCP), y hay restricciones que impiden compartir un único </a:t>
            </a:r>
            <a:r>
              <a:rPr lang="es-ES" dirty="0" err="1"/>
              <a:t>metastore</a:t>
            </a:r>
            <a:r>
              <a:rPr lang="es-ES" dirty="0"/>
              <a:t> entre nubes, se puede asignar uno por proveedor </a:t>
            </a:r>
            <a:r>
              <a:rPr lang="es-ES" dirty="0" err="1"/>
              <a:t>cloud</a:t>
            </a:r>
            <a:r>
              <a:rPr lang="es-ES" dirty="0"/>
              <a:t>.</a:t>
            </a:r>
          </a:p>
          <a:p>
            <a:r>
              <a:rPr lang="es-ES" b="1" dirty="0"/>
              <a:t>🧪 Entornos críticos de prueba o seguridad</a:t>
            </a:r>
            <a:br>
              <a:rPr lang="es-ES" dirty="0"/>
            </a:br>
            <a:r>
              <a:rPr lang="es-ES" dirty="0"/>
              <a:t>Para ciertos entornos de </a:t>
            </a:r>
            <a:r>
              <a:rPr lang="es-ES" dirty="0" err="1"/>
              <a:t>sandbox</a:t>
            </a:r>
            <a:r>
              <a:rPr lang="es-ES" dirty="0"/>
              <a:t>, pruebas sensibles o desarrollo aislado, puede tener sentido usar un </a:t>
            </a:r>
            <a:r>
              <a:rPr lang="es-ES" dirty="0" err="1"/>
              <a:t>metastore</a:t>
            </a:r>
            <a:r>
              <a:rPr lang="es-ES" dirty="0"/>
              <a:t> separado, aunque no es lo habitual.</a:t>
            </a:r>
          </a:p>
          <a:p>
            <a:r>
              <a:rPr lang="es-ES" dirty="0"/>
              <a:t>📌 </a:t>
            </a:r>
            <a:r>
              <a:rPr lang="es-ES" b="1" dirty="0"/>
              <a:t>Conclusión:</a:t>
            </a:r>
            <a:endParaRPr lang="es-ES" dirty="0"/>
          </a:p>
          <a:p>
            <a:r>
              <a:rPr lang="es-ES" dirty="0"/>
              <a:t>Usar múltiples </a:t>
            </a:r>
            <a:r>
              <a:rPr lang="es-ES" dirty="0" err="1"/>
              <a:t>metastores</a:t>
            </a:r>
            <a:r>
              <a:rPr lang="es-ES" dirty="0"/>
              <a:t> es posible, pero debe ser una </a:t>
            </a:r>
            <a:r>
              <a:rPr lang="es-ES" b="1" dirty="0"/>
              <a:t>decisión estratégica bien justificada</a:t>
            </a:r>
            <a:r>
              <a:rPr lang="es-ES" dirty="0"/>
              <a:t>. Siempre que se pueda, se recomienda mantener un </a:t>
            </a:r>
            <a:r>
              <a:rPr lang="es-ES" b="1" dirty="0"/>
              <a:t>modelo centralizado</a:t>
            </a:r>
            <a:r>
              <a:rPr lang="es-ES" dirty="0"/>
              <a:t> con un único </a:t>
            </a:r>
            <a:r>
              <a:rPr lang="es-ES" dirty="0" err="1"/>
              <a:t>metastore</a:t>
            </a:r>
            <a:r>
              <a:rPr lang="es-ES" dirty="0"/>
              <a:t> para simplificar la gobernanza.</a:t>
            </a:r>
          </a:p>
          <a:p>
            <a:endParaRPr lang="es-ES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77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13A40-D0D6-8F67-C380-97567C2B6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5A7E480-0AA0-844C-BCFB-5EE5E4DBB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C59A1D3-BDE5-B408-54FC-83AB800D0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00B59F-0472-502E-F01E-95F470A87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93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97DD6-C3EF-4EDC-A764-DBBB13B3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4B237E-3366-49DC-A5B2-875AB14CB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13 Rectángulo">
            <a:extLst>
              <a:ext uri="{FF2B5EF4-FFF2-40B4-BE49-F238E27FC236}">
                <a16:creationId xmlns:a16="http://schemas.microsoft.com/office/drawing/2014/main" id="{D6C32259-CF4F-40D9-87EA-B3A647A1591D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B3E2DF03-2CE7-4A9C-A771-591251BBF9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19 Imagen" descr="CESTE blanco estrella roja sin coletilla.png">
            <a:extLst>
              <a:ext uri="{FF2B5EF4-FFF2-40B4-BE49-F238E27FC236}">
                <a16:creationId xmlns:a16="http://schemas.microsoft.com/office/drawing/2014/main" id="{AE4FCCDC-943C-4720-9545-D9B580615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77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EA877-320E-4E53-A0C7-FC3A97FF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2BCAAD-0433-4C53-959E-D88902C1D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96752"/>
            <a:ext cx="3867150" cy="4351338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5E6915-382E-4217-ACD9-6D0136062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196752"/>
            <a:ext cx="38671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13 Rectángulo">
            <a:extLst>
              <a:ext uri="{FF2B5EF4-FFF2-40B4-BE49-F238E27FC236}">
                <a16:creationId xmlns:a16="http://schemas.microsoft.com/office/drawing/2014/main" id="{C0036AAF-5A53-4151-90BE-48F07F7AB8C7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B0E4B335-D332-4E06-AE4D-5E17D86033F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19 Imagen" descr="CESTE blanco estrella roja sin coletilla.png">
            <a:extLst>
              <a:ext uri="{FF2B5EF4-FFF2-40B4-BE49-F238E27FC236}">
                <a16:creationId xmlns:a16="http://schemas.microsoft.com/office/drawing/2014/main" id="{13C02505-FECE-4A29-9F34-42CD3910D9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49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EEDE8-238D-431B-9E02-ECEA5C50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543595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4FC885-D21E-4C6F-92A4-7DF46EB72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152748"/>
            <a:ext cx="3868737" cy="69207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430F69-62A4-47BE-B8E1-BDB77F91F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976660"/>
            <a:ext cx="386873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36B7D7-2137-443B-B8F2-2827DBA756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152748"/>
            <a:ext cx="3887788" cy="69207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41CAA0-A338-4726-AD36-E9CAB2E329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976660"/>
            <a:ext cx="38877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" name="13 Rectángulo">
            <a:extLst>
              <a:ext uri="{FF2B5EF4-FFF2-40B4-BE49-F238E27FC236}">
                <a16:creationId xmlns:a16="http://schemas.microsoft.com/office/drawing/2014/main" id="{CADFFFF2-D07E-48B3-B746-4C1E4E0D3EE7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926C383A-DA23-4774-90AB-96458016A6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19 Imagen" descr="CESTE blanco estrella roja sin coletilla.png">
            <a:extLst>
              <a:ext uri="{FF2B5EF4-FFF2-40B4-BE49-F238E27FC236}">
                <a16:creationId xmlns:a16="http://schemas.microsoft.com/office/drawing/2014/main" id="{372DB351-4074-41B1-8D78-45083290FC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15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33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E6F0CB5-4C9C-47CC-9AC6-73C1D182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543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8939DD-6314-46C2-B153-796562A40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124744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57245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58" r:id="rId3"/>
    <p:sldLayoutId id="214748365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hyperlink" Target="https://www.linkedin.com/in/javier-mart%C3%ADnez-morales-94033bb4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a mujer en frente de laptop&#10;&#10;Descripción generada automáticamente">
            <a:extLst>
              <a:ext uri="{FF2B5EF4-FFF2-40B4-BE49-F238E27FC236}">
                <a16:creationId xmlns:a16="http://schemas.microsoft.com/office/drawing/2014/main" id="{1B2DE7D5-11AB-4593-8E63-D175747460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3" r="9979"/>
          <a:stretch/>
        </p:blipFill>
        <p:spPr>
          <a:xfrm>
            <a:off x="0" y="-20033"/>
            <a:ext cx="9144000" cy="6905417"/>
          </a:xfrm>
          <a:prstGeom prst="rect">
            <a:avLst/>
          </a:prstGeom>
        </p:spPr>
      </p:pic>
      <p:sp>
        <p:nvSpPr>
          <p:cNvPr id="5" name="12 Rectángulo">
            <a:extLst>
              <a:ext uri="{FF2B5EF4-FFF2-40B4-BE49-F238E27FC236}">
                <a16:creationId xmlns:a16="http://schemas.microsoft.com/office/drawing/2014/main" id="{16DA3BB4-B192-47D7-B785-553D283516FF}"/>
              </a:ext>
            </a:extLst>
          </p:cNvPr>
          <p:cNvSpPr/>
          <p:nvPr/>
        </p:nvSpPr>
        <p:spPr>
          <a:xfrm>
            <a:off x="1282604" y="519466"/>
            <a:ext cx="3816424" cy="2549494"/>
          </a:xfrm>
          <a:prstGeom prst="rect">
            <a:avLst/>
          </a:prstGeom>
          <a:solidFill>
            <a:srgbClr val="003594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739E4FC8-D959-4548-BC2D-FFB66F30D630}"/>
              </a:ext>
            </a:extLst>
          </p:cNvPr>
          <p:cNvGrpSpPr/>
          <p:nvPr/>
        </p:nvGrpSpPr>
        <p:grpSpPr>
          <a:xfrm>
            <a:off x="1358758" y="1068907"/>
            <a:ext cx="4365370" cy="1915534"/>
            <a:chOff x="560503" y="937402"/>
            <a:chExt cx="4365370" cy="1915534"/>
          </a:xfrm>
        </p:grpSpPr>
        <p:sp>
          <p:nvSpPr>
            <p:cNvPr id="7" name="1 Título">
              <a:extLst>
                <a:ext uri="{FF2B5EF4-FFF2-40B4-BE49-F238E27FC236}">
                  <a16:creationId xmlns:a16="http://schemas.microsoft.com/office/drawing/2014/main" id="{69E1C32A-6BA1-4445-86AA-71F7AA08089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937402"/>
              <a:ext cx="4365370" cy="581961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l">
                <a:defRPr sz="3600" b="1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j-ea"/>
                  <a:cs typeface="Arial" pitchFamily="34" charset="0"/>
                </a:rPr>
                <a:t>CESTE</a:t>
              </a:r>
            </a:p>
          </p:txBody>
        </p:sp>
        <p:sp>
          <p:nvSpPr>
            <p:cNvPr id="8" name="2 Subtítulo">
              <a:extLst>
                <a:ext uri="{FF2B5EF4-FFF2-40B4-BE49-F238E27FC236}">
                  <a16:creationId xmlns:a16="http://schemas.microsoft.com/office/drawing/2014/main" id="{52C02F8F-E868-4CC8-9231-CE3B8698C2E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2383459"/>
              <a:ext cx="4365370" cy="469477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>
                <a:buNone/>
                <a:defRPr sz="2000" baseline="0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  <a:lvl2pPr marL="4572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2pPr>
              <a:lvl3pPr marL="9144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3pPr>
              <a:lvl4pPr marL="13716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4pPr>
              <a:lvl5pPr marL="18288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5pPr>
              <a:lvl6pPr marL="22860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6pPr>
              <a:lvl7pPr marL="27432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7pPr>
              <a:lvl8pPr marL="32004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8pPr>
              <a:lvl9pPr marL="36576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s-E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Arial" pitchFamily="34" charset="0"/>
                </a:rPr>
                <a:t>Zaragoza (España)</a:t>
              </a:r>
            </a:p>
          </p:txBody>
        </p:sp>
        <p:sp>
          <p:nvSpPr>
            <p:cNvPr id="9" name="1 Título">
              <a:extLst>
                <a:ext uri="{FF2B5EF4-FFF2-40B4-BE49-F238E27FC236}">
                  <a16:creationId xmlns:a16="http://schemas.microsoft.com/office/drawing/2014/main" id="{FFCCC8ED-BFDD-40C2-9384-6051B135D31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1087315"/>
              <a:ext cx="3501770" cy="163405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>
                <a:defRPr sz="2800" b="1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j-ea"/>
                  <a:cs typeface="Arial" pitchFamily="34" charset="0"/>
                </a:rPr>
                <a:t>Escuela Internacional de Negocios</a:t>
              </a:r>
            </a:p>
          </p:txBody>
        </p:sp>
      </p:grpSp>
      <p:sp>
        <p:nvSpPr>
          <p:cNvPr id="11" name="7 Rectángulo">
            <a:extLst>
              <a:ext uri="{FF2B5EF4-FFF2-40B4-BE49-F238E27FC236}">
                <a16:creationId xmlns:a16="http://schemas.microsoft.com/office/drawing/2014/main" id="{EA4F64AD-90F0-48AB-9FF8-1C33D6875C8F}"/>
              </a:ext>
            </a:extLst>
          </p:cNvPr>
          <p:cNvSpPr/>
          <p:nvPr/>
        </p:nvSpPr>
        <p:spPr>
          <a:xfrm>
            <a:off x="895446" y="6682676"/>
            <a:ext cx="8248554" cy="202708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29C61ABE-ECA3-4141-A971-81B9DEAA2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4130" y="6582971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7 Rectángulo">
            <a:extLst>
              <a:ext uri="{FF2B5EF4-FFF2-40B4-BE49-F238E27FC236}">
                <a16:creationId xmlns:a16="http://schemas.microsoft.com/office/drawing/2014/main" id="{AA627398-F4D7-4381-808D-80D5F1F3EB48}"/>
              </a:ext>
            </a:extLst>
          </p:cNvPr>
          <p:cNvSpPr/>
          <p:nvPr/>
        </p:nvSpPr>
        <p:spPr>
          <a:xfrm>
            <a:off x="0" y="-14102"/>
            <a:ext cx="8248554" cy="202708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4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0A8F8B0D-2FAA-485C-9D78-273EB1B0A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947238" y="-316515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EC902A68-A05E-4C30-9FDE-A0B9A7E87B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908" y="614880"/>
            <a:ext cx="1512664" cy="73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1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/>
              <a:t>¿Quién soy?</a:t>
            </a:r>
            <a:endParaRPr/>
          </a:p>
        </p:txBody>
      </p:sp>
      <p:sp>
        <p:nvSpPr>
          <p:cNvPr id="54" name="Google Shape;54;p2"/>
          <p:cNvSpPr txBox="1">
            <a:spLocks noGrp="1"/>
          </p:cNvSpPr>
          <p:nvPr>
            <p:ph type="body" idx="1"/>
          </p:nvPr>
        </p:nvSpPr>
        <p:spPr>
          <a:xfrm>
            <a:off x="628650" y="1666057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1600" dirty="0">
                <a:latin typeface="Montserrat" panose="00000500000000000000" pitchFamily="2" charset="0"/>
              </a:rPr>
              <a:t>Javier Martínez Morales</a:t>
            </a:r>
            <a:endParaRPr sz="1600" dirty="0">
              <a:latin typeface="Montserrat" panose="00000500000000000000" pitchFamily="2" charset="0"/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1600" dirty="0">
              <a:latin typeface="Montserrat" panose="00000500000000000000" pitchFamily="2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1600" dirty="0">
                <a:latin typeface="Montserrat" panose="00000500000000000000" pitchFamily="2" charset="0"/>
              </a:rPr>
              <a:t>Licenciado en Finanzas &amp; Master en Ciencia de Datos e Inteligencia Artificial</a:t>
            </a:r>
            <a:endParaRPr sz="1600" dirty="0">
              <a:latin typeface="Montserrat" panose="00000500000000000000" pitchFamily="2" charset="0"/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1600" dirty="0">
              <a:latin typeface="Montserrat" panose="00000500000000000000" pitchFamily="2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1600" dirty="0">
                <a:latin typeface="Montserrat" panose="00000500000000000000" pitchFamily="2" charset="0"/>
              </a:rPr>
              <a:t>Profesional con 3 años de experiencia entorno al mundo de los datos.</a:t>
            </a:r>
            <a:endParaRPr sz="1600" dirty="0">
              <a:latin typeface="Montserrat" panose="00000500000000000000" pitchFamily="2" charset="0"/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1600" dirty="0">
              <a:latin typeface="Montserrat" panose="00000500000000000000" pitchFamily="2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1600" dirty="0">
                <a:latin typeface="Montserrat" panose="00000500000000000000" pitchFamily="2" charset="0"/>
              </a:rPr>
              <a:t>Especialista en </a:t>
            </a:r>
            <a:r>
              <a:rPr lang="es-ES" sz="1600" dirty="0" err="1">
                <a:latin typeface="Montserrat" panose="00000500000000000000" pitchFamily="2" charset="0"/>
              </a:rPr>
              <a:t>ETLs</a:t>
            </a:r>
            <a:r>
              <a:rPr lang="es-ES" sz="1600" dirty="0">
                <a:latin typeface="Montserrat" panose="00000500000000000000" pitchFamily="2" charset="0"/>
              </a:rPr>
              <a:t> &amp;Análisis de Datos</a:t>
            </a:r>
            <a:endParaRPr sz="1600" dirty="0">
              <a:latin typeface="Montserrat" panose="00000500000000000000" pitchFamily="2" charset="0"/>
            </a:endParaRPr>
          </a:p>
        </p:txBody>
      </p:sp>
      <p:pic>
        <p:nvPicPr>
          <p:cNvPr id="55" name="Google Shape;5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71800" y="5721635"/>
            <a:ext cx="278160" cy="27816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 txBox="1"/>
          <p:nvPr/>
        </p:nvSpPr>
        <p:spPr>
          <a:xfrm>
            <a:off x="3036628" y="5722225"/>
            <a:ext cx="676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ES" sz="1200" u="sng" dirty="0">
                <a:solidFill>
                  <a:schemeClr val="hlink"/>
                </a:solidFill>
                <a:hlinkClick r:id="rId4"/>
              </a:rPr>
              <a:t>Link</a:t>
            </a:r>
            <a:endParaRPr sz="1200" dirty="0">
              <a:solidFill>
                <a:schemeClr val="dk1"/>
              </a:solidFill>
            </a:endParaRPr>
          </a:p>
        </p:txBody>
      </p:sp>
      <p:pic>
        <p:nvPicPr>
          <p:cNvPr id="57" name="Google Shape;57;p2" title="1743344964993 - copia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0312" y="365125"/>
            <a:ext cx="1086825" cy="132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99AA61-1EF5-6272-8B6E-B808A227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Programa de hoy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69E45BB1-09ED-5F71-3178-CCBB4DB56EF9}"/>
              </a:ext>
            </a:extLst>
          </p:cNvPr>
          <p:cNvSpPr txBox="1">
            <a:spLocks/>
          </p:cNvSpPr>
          <p:nvPr/>
        </p:nvSpPr>
        <p:spPr>
          <a:xfrm>
            <a:off x="1524000" y="1143000"/>
            <a:ext cx="4848200" cy="45902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s-ES" sz="1200" dirty="0" err="1">
                <a:latin typeface="Montserrat" panose="00000500000000000000" pitchFamily="2" charset="0"/>
              </a:rPr>
              <a:t>Databricks</a:t>
            </a:r>
            <a:endParaRPr lang="es-ES" sz="1200" dirty="0">
              <a:latin typeface="Montserrat" panose="000005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" panose="00000500000000000000" pitchFamily="2" charset="0"/>
              </a:rPr>
              <a:t>Claves de la Plataforma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200" dirty="0" err="1">
                <a:latin typeface="Montserrat" panose="00000500000000000000" pitchFamily="2" charset="0"/>
              </a:rPr>
              <a:t>Databricks</a:t>
            </a:r>
            <a:r>
              <a:rPr lang="es-ES" sz="1200" dirty="0">
                <a:latin typeface="Montserrat" panose="00000500000000000000" pitchFamily="2" charset="0"/>
              </a:rPr>
              <a:t> como Data </a:t>
            </a:r>
            <a:r>
              <a:rPr lang="es-ES" sz="1200" dirty="0" err="1">
                <a:latin typeface="Montserrat" panose="00000500000000000000" pitchFamily="2" charset="0"/>
              </a:rPr>
              <a:t>Lakehouse</a:t>
            </a:r>
            <a:endParaRPr lang="es-ES" sz="1200" dirty="0">
              <a:latin typeface="Montserrat" panose="000005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" panose="00000500000000000000" pitchFamily="2" charset="0"/>
              </a:rPr>
              <a:t>Ecosistema de Datos</a:t>
            </a:r>
            <a:br>
              <a:rPr lang="es-ES" sz="1200" dirty="0">
                <a:latin typeface="Montserrat" panose="00000500000000000000" pitchFamily="2" charset="0"/>
              </a:rPr>
            </a:br>
            <a:endParaRPr lang="es-ES" sz="1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s-ES" sz="1200" dirty="0" err="1">
                <a:latin typeface="Montserrat" panose="00000500000000000000" pitchFamily="2" charset="0"/>
              </a:rPr>
              <a:t>Clusters</a:t>
            </a:r>
            <a:endParaRPr lang="es-ES" sz="1200" dirty="0">
              <a:latin typeface="Montserrat" panose="000005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" panose="00000500000000000000" pitchFamily="2" charset="0"/>
              </a:rPr>
              <a:t>¿Qué es?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" panose="00000500000000000000" pitchFamily="2" charset="0"/>
              </a:rPr>
              <a:t>Modos de Acceso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" panose="00000500000000000000" pitchFamily="2" charset="0"/>
              </a:rPr>
              <a:t>Tipos de </a:t>
            </a:r>
            <a:r>
              <a:rPr lang="es-ES" sz="1200" dirty="0" err="1">
                <a:latin typeface="Montserrat" panose="00000500000000000000" pitchFamily="2" charset="0"/>
              </a:rPr>
              <a:t>Clusters</a:t>
            </a:r>
            <a:endParaRPr lang="es-ES" sz="1200" dirty="0">
              <a:latin typeface="Montserrat" panose="000005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" panose="00000500000000000000" pitchFamily="2" charset="0"/>
              </a:rPr>
              <a:t>Buenas Practicas</a:t>
            </a:r>
            <a:br>
              <a:rPr lang="es-ES" sz="1200" dirty="0">
                <a:latin typeface="Montserrat" panose="00000500000000000000" pitchFamily="2" charset="0"/>
              </a:rPr>
            </a:br>
            <a:endParaRPr lang="es-ES" sz="1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" panose="00000500000000000000" pitchFamily="2" charset="0"/>
              </a:rPr>
              <a:t>Unity </a:t>
            </a:r>
            <a:r>
              <a:rPr lang="es-ES" sz="1200" dirty="0" err="1">
                <a:latin typeface="Montserrat" panose="00000500000000000000" pitchFamily="2" charset="0"/>
              </a:rPr>
              <a:t>Catalog</a:t>
            </a:r>
            <a:endParaRPr lang="es-ES" sz="1200" dirty="0">
              <a:latin typeface="Montserrat" panose="000005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" panose="00000500000000000000" pitchFamily="2" charset="0"/>
              </a:rPr>
              <a:t>Arquitectura UC</a:t>
            </a:r>
            <a:br>
              <a:rPr lang="es-ES" sz="1200" dirty="0">
                <a:latin typeface="Montserrat" panose="00000500000000000000" pitchFamily="2" charset="0"/>
              </a:rPr>
            </a:br>
            <a:endParaRPr lang="es-ES" sz="1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" panose="00000500000000000000" pitchFamily="2" charset="0"/>
              </a:rPr>
              <a:t>Demo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200" dirty="0" err="1">
                <a:latin typeface="Montserrat" panose="00000500000000000000" pitchFamily="2" charset="0"/>
              </a:rPr>
              <a:t>Creacion</a:t>
            </a:r>
            <a:r>
              <a:rPr lang="es-ES" sz="1200" dirty="0">
                <a:latin typeface="Montserrat" panose="00000500000000000000" pitchFamily="2" charset="0"/>
              </a:rPr>
              <a:t> de </a:t>
            </a:r>
            <a:r>
              <a:rPr lang="es-ES" sz="1200" dirty="0" err="1">
                <a:latin typeface="Montserrat" panose="00000500000000000000" pitchFamily="2" charset="0"/>
              </a:rPr>
              <a:t>DFs</a:t>
            </a:r>
            <a:r>
              <a:rPr lang="es-ES" sz="1200" dirty="0">
                <a:latin typeface="Montserrat" panose="00000500000000000000" pitchFamily="2" charset="0"/>
              </a:rPr>
              <a:t> y Tablas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" panose="00000500000000000000" pitchFamily="2" charset="0"/>
              </a:rPr>
              <a:t>Exploración de Datos con Spark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200" dirty="0" err="1">
                <a:latin typeface="Montserrat" panose="00000500000000000000" pitchFamily="2" charset="0"/>
              </a:rPr>
              <a:t>DBUtils</a:t>
            </a:r>
            <a:endParaRPr lang="es-ES" sz="1200" dirty="0">
              <a:latin typeface="Montserrat" panose="000005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200" dirty="0" err="1">
                <a:latin typeface="Montserrat" panose="00000500000000000000" pitchFamily="2" charset="0"/>
              </a:rPr>
              <a:t>Dashboards</a:t>
            </a:r>
            <a:r>
              <a:rPr lang="es-ES" sz="1200" dirty="0">
                <a:latin typeface="Montserrat" panose="00000500000000000000" pitchFamily="2" charset="0"/>
              </a:rPr>
              <a:t> </a:t>
            </a:r>
            <a:r>
              <a:rPr lang="es-ES" sz="1200" dirty="0" err="1">
                <a:latin typeface="Montserrat" panose="00000500000000000000" pitchFamily="2" charset="0"/>
              </a:rPr>
              <a:t>Intro</a:t>
            </a:r>
            <a:endParaRPr lang="es-ES" sz="12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739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30D9C47-C0B8-5576-6621-2E91145DC431}"/>
              </a:ext>
            </a:extLst>
          </p:cNvPr>
          <p:cNvSpPr txBox="1"/>
          <p:nvPr/>
        </p:nvSpPr>
        <p:spPr>
          <a:xfrm>
            <a:off x="3005826" y="2760676"/>
            <a:ext cx="31323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DATABRICKS</a:t>
            </a:r>
          </a:p>
        </p:txBody>
      </p:sp>
    </p:spTree>
    <p:extLst>
      <p:ext uri="{BB962C8B-B14F-4D97-AF65-F5344CB8AC3E}">
        <p14:creationId xmlns:p14="http://schemas.microsoft.com/office/powerpoint/2010/main" val="4121299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5ee5cc475b_0_15"/>
          <p:cNvSpPr txBox="1">
            <a:spLocks noGrp="1"/>
          </p:cNvSpPr>
          <p:nvPr>
            <p:ph type="title"/>
          </p:nvPr>
        </p:nvSpPr>
        <p:spPr>
          <a:xfrm>
            <a:off x="251520" y="404664"/>
            <a:ext cx="5915025" cy="407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Databricks</a:t>
            </a:r>
            <a:r>
              <a:rPr lang="es-ES" sz="1800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1800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Fundamentales</a:t>
            </a:r>
            <a:endParaRPr sz="1800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pic>
        <p:nvPicPr>
          <p:cNvPr id="275" name="Google Shape;275;g35ee5cc475b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579" y="1841339"/>
            <a:ext cx="1867099" cy="983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35ee5cc475b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5004" y="1700808"/>
            <a:ext cx="1773824" cy="112016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5ee5cc475b_0_15"/>
          <p:cNvSpPr txBox="1"/>
          <p:nvPr/>
        </p:nvSpPr>
        <p:spPr>
          <a:xfrm>
            <a:off x="892141" y="2945206"/>
            <a:ext cx="1701974" cy="1413225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marL="67866">
              <a:buClr>
                <a:srgbClr val="323F4F"/>
              </a:buClr>
              <a:buSzPts val="1100"/>
            </a:pPr>
            <a:endParaRPr sz="1350" dirty="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5ee5cc475b_0_15"/>
          <p:cNvSpPr txBox="1"/>
          <p:nvPr/>
        </p:nvSpPr>
        <p:spPr>
          <a:xfrm>
            <a:off x="3689643" y="2945207"/>
            <a:ext cx="1704545" cy="1413225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marL="77391">
              <a:buClr>
                <a:srgbClr val="323F4F"/>
              </a:buClr>
              <a:buSzPts val="900"/>
            </a:pPr>
            <a:endParaRPr sz="825" dirty="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5ee5cc475b_0_15"/>
          <p:cNvSpPr txBox="1"/>
          <p:nvPr/>
        </p:nvSpPr>
        <p:spPr>
          <a:xfrm>
            <a:off x="6420605" y="2945207"/>
            <a:ext cx="1704546" cy="1413225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marL="77391">
              <a:buClr>
                <a:srgbClr val="323F4F"/>
              </a:buClr>
              <a:buSzPts val="900"/>
            </a:pPr>
            <a:endParaRPr sz="825" dirty="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n 6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3CCC971E-482A-2A1B-0FE0-BB62991CD44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745" y="1768741"/>
            <a:ext cx="1967361" cy="1107344"/>
          </a:xfrm>
          <a:prstGeom prst="rect">
            <a:avLst/>
          </a:prstGeom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FDAEFE47-ECCB-ABAF-0249-FEEC56B7B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3652" y="2988826"/>
            <a:ext cx="1761499" cy="1369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Sistema centralizado para gestionar 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seguridad, permisos, catalogación y </a:t>
            </a:r>
            <a:r>
              <a:rPr kumimoji="0" lang="es-ES" altLang="es-ES" sz="83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lineage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datos</a:t>
            </a: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entre diferentes </a:t>
            </a:r>
            <a:r>
              <a:rPr kumimoji="0" lang="es-ES" altLang="es-ES" sz="83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Workspaces</a:t>
            </a: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s-ES" altLang="es-ES" sz="83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Permite gobernanza unificada con 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control de acceso a nivel de catálogo, esquema, tabla y columna (incluida datos sensibles/PII)</a:t>
            </a: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88A26E5-B339-0582-E61D-2A5F21660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1165" y="2988826"/>
            <a:ext cx="1761499" cy="124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Formato de almacenamiento que añade 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ACID, versionado, y esquema evolutivo</a:t>
            </a: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sobre archivos </a:t>
            </a:r>
            <a:r>
              <a:rPr kumimoji="0" lang="es-ES" altLang="es-ES" sz="83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Parquet</a:t>
            </a: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s-ES" altLang="es-ES" sz="83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Permite 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time </a:t>
            </a:r>
            <a:r>
              <a:rPr kumimoji="0" lang="es-ES" altLang="es-ES" sz="83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travel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ES" altLang="es-ES" sz="83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upserts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ES" altLang="es-ES" sz="83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merges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optimizados y data </a:t>
            </a:r>
            <a:r>
              <a:rPr kumimoji="0" lang="es-ES" altLang="es-ES" sz="83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quality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83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checks</a:t>
            </a: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ideal para pipelines </a:t>
            </a:r>
            <a:r>
              <a:rPr kumimoji="0" lang="es-ES" altLang="es-ES" sz="83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medallion</a:t>
            </a: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D012FB16-5A69-BC0D-42DD-4CE7C0C66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65" y="3013032"/>
            <a:ext cx="1701974" cy="111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Motor distribuido de procesamiento que permite 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trabajar en paralelo sobre grandes volúmenes de datos</a:t>
            </a: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tanto </a:t>
            </a:r>
            <a:r>
              <a:rPr kumimoji="0" lang="es-ES" altLang="es-ES" sz="83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batch</a:t>
            </a: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como </a:t>
            </a:r>
            <a:r>
              <a:rPr kumimoji="0" lang="es-ES" altLang="es-ES" sz="83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streaming</a:t>
            </a: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83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Organiza el trabajo con 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Driver, </a:t>
            </a:r>
            <a:r>
              <a:rPr kumimoji="0" lang="es-ES" altLang="es-ES" sz="83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Workers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ES" altLang="es-ES" sz="83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Executors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</a:t>
            </a:r>
            <a:r>
              <a:rPr kumimoji="0" lang="es-ES" altLang="es-ES" sz="83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DAGs</a:t>
            </a: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ee5cc475b_0_63"/>
          <p:cNvSpPr txBox="1"/>
          <p:nvPr/>
        </p:nvSpPr>
        <p:spPr>
          <a:xfrm>
            <a:off x="1990125" y="4484081"/>
            <a:ext cx="5163750" cy="608625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spcFirstLastPara="1" wrap="square" lIns="51431" tIns="25706" rIns="51431" bIns="25706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lang="es-ES" sz="7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75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Lakehouse</a:t>
            </a: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la </a:t>
            </a:r>
            <a:r>
              <a:rPr lang="es-ES" sz="7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evolución natural</a:t>
            </a: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que:</a:t>
            </a:r>
            <a:b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Une lo </a:t>
            </a:r>
            <a:r>
              <a:rPr lang="es-ES" sz="7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 del Data </a:t>
            </a:r>
            <a:r>
              <a:rPr lang="es-ES" sz="75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Warehouse</a:t>
            </a: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(gobierno, fiabilidad, rendimiento)</a:t>
            </a:r>
            <a:b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Con lo </a:t>
            </a:r>
            <a:r>
              <a:rPr lang="es-ES" sz="7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 del Data Lake</a:t>
            </a: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(flexibilidad, diversidad, escalabilidad)</a:t>
            </a:r>
            <a:endParaRPr sz="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5000"/>
              </a:lnSpc>
            </a:pPr>
            <a:endParaRPr sz="825" dirty="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g35ee5cc475b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579" y="1770470"/>
            <a:ext cx="5394843" cy="225875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88;g35ee5cc475b_0_40">
            <a:extLst>
              <a:ext uri="{FF2B5EF4-FFF2-40B4-BE49-F238E27FC236}">
                <a16:creationId xmlns:a16="http://schemas.microsoft.com/office/drawing/2014/main" id="{705E88E7-B596-8AA5-7EF7-F2FE88D46F7B}"/>
              </a:ext>
            </a:extLst>
          </p:cNvPr>
          <p:cNvSpPr txBox="1"/>
          <p:nvPr/>
        </p:nvSpPr>
        <p:spPr>
          <a:xfrm>
            <a:off x="95400" y="1770470"/>
            <a:ext cx="1519088" cy="2368143"/>
          </a:xfrm>
          <a:prstGeom prst="rect">
            <a:avLst/>
          </a:prstGeom>
          <a:solidFill>
            <a:srgbClr val="156082">
              <a:alpha val="3922"/>
            </a:srgbClr>
          </a:solidFill>
          <a:ln>
            <a:noFill/>
          </a:ln>
        </p:spPr>
        <p:txBody>
          <a:bodyPr spcFirstLastPara="1" wrap="square" lIns="51431" tIns="25706" rIns="51431" bIns="25706" anchor="t" anchorCtr="0">
            <a:noAutofit/>
          </a:bodyPr>
          <a:lstStyle/>
          <a:p>
            <a:pPr algn="ctr"/>
            <a:br>
              <a:rPr lang="es-ES" sz="825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ES" sz="825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825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Data </a:t>
            </a:r>
            <a:r>
              <a:rPr lang="es-ES" sz="825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Warehouse</a:t>
            </a:r>
            <a:endParaRPr sz="75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900"/>
              </a:spcBef>
            </a:pPr>
            <a: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Pros: </a:t>
            </a:r>
            <a:b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1. Estructura clara y gobernabilidad</a:t>
            </a:r>
            <a:b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2. Ideal para </a:t>
            </a:r>
            <a:r>
              <a:rPr lang="es-ES" sz="75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BI y SQL tradicional</a:t>
            </a:r>
            <a:br>
              <a:rPr lang="es-ES" sz="750" b="1" dirty="0">
                <a:solidFill>
                  <a:schemeClr val="bg1">
                    <a:lumMod val="50000"/>
                  </a:schemeClr>
                </a:solidFill>
              </a:rPr>
            </a:br>
            <a:endParaRPr sz="750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</a:pPr>
            <a:r>
              <a:rPr lang="es-ES" sz="75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Cons</a:t>
            </a:r>
            <a: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1. Difícil manejar datos </a:t>
            </a:r>
            <a:r>
              <a:rPr lang="es-ES" sz="75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no estructurados</a:t>
            </a:r>
            <a: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(audio, video, texto)</a:t>
            </a:r>
            <a:b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2. No está pensado para </a:t>
            </a:r>
            <a:r>
              <a:rPr lang="es-ES" sz="75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Machine </a:t>
            </a:r>
            <a:r>
              <a:rPr lang="es-ES" sz="75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ni </a:t>
            </a:r>
            <a:r>
              <a:rPr lang="es-ES" sz="75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ciencia de datos</a:t>
            </a:r>
            <a:br>
              <a:rPr lang="es-ES" sz="75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3. Poco flexible ante grandes volúmenes o variedad de datos</a:t>
            </a:r>
            <a:endParaRPr sz="825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94;g35ee5cc475b_0_54">
            <a:extLst>
              <a:ext uri="{FF2B5EF4-FFF2-40B4-BE49-F238E27FC236}">
                <a16:creationId xmlns:a16="http://schemas.microsoft.com/office/drawing/2014/main" id="{650D6D0B-7E68-F152-586A-0E30244EC659}"/>
              </a:ext>
            </a:extLst>
          </p:cNvPr>
          <p:cNvSpPr txBox="1"/>
          <p:nvPr/>
        </p:nvSpPr>
        <p:spPr>
          <a:xfrm>
            <a:off x="7529512" y="1770470"/>
            <a:ext cx="1519088" cy="2368143"/>
          </a:xfrm>
          <a:prstGeom prst="rect">
            <a:avLst/>
          </a:prstGeom>
          <a:solidFill>
            <a:srgbClr val="156082">
              <a:alpha val="3922"/>
            </a:srgbClr>
          </a:solidFill>
          <a:ln>
            <a:noFill/>
          </a:ln>
        </p:spPr>
        <p:txBody>
          <a:bodyPr spcFirstLastPara="1" wrap="square" lIns="51431" tIns="25706" rIns="51431" bIns="25706" anchor="t" anchorCtr="0">
            <a:noAutofit/>
          </a:bodyPr>
          <a:lstStyle>
            <a:defPPr>
              <a:defRPr lang="es-ES"/>
            </a:defPPr>
            <a:lvl1pPr algn="ctr">
              <a:defRPr sz="1100" b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br>
              <a:rPr lang="es-ES" sz="825" dirty="0">
                <a:sym typeface="Calibri"/>
              </a:rPr>
            </a:br>
            <a:br>
              <a:rPr lang="es-ES" sz="825" dirty="0">
                <a:sym typeface="Calibri"/>
              </a:rPr>
            </a:br>
            <a:r>
              <a:rPr lang="es-ES" sz="825" dirty="0">
                <a:sym typeface="Calibri"/>
              </a:rPr>
              <a:t>Data Lake</a:t>
            </a:r>
            <a:endParaRPr sz="825" dirty="0">
              <a:sym typeface="Calibri"/>
            </a:endParaRPr>
          </a:p>
          <a:p>
            <a:pPr algn="l"/>
            <a:r>
              <a:rPr lang="es-ES" sz="750" b="0" dirty="0">
                <a:sym typeface="Calibri"/>
              </a:rPr>
              <a:t>Pros:</a:t>
            </a:r>
            <a:br>
              <a:rPr lang="es-ES" sz="750" b="0" dirty="0">
                <a:sym typeface="Calibri"/>
              </a:rPr>
            </a:br>
            <a:r>
              <a:rPr lang="es-ES" sz="750" b="0" dirty="0">
                <a:sym typeface="Calibri"/>
              </a:rPr>
              <a:t>1. Escalable y económico (almacenamiento en bruto)</a:t>
            </a:r>
            <a:br>
              <a:rPr lang="es-ES" sz="750" b="0" dirty="0">
                <a:sym typeface="Calibri"/>
              </a:rPr>
            </a:br>
            <a:r>
              <a:rPr lang="es-ES" sz="750" b="0" dirty="0">
                <a:sym typeface="Calibri"/>
              </a:rPr>
              <a:t>2. Acepta cualquier tipo de datos (estructurados o no)</a:t>
            </a:r>
            <a:br>
              <a:rPr lang="es-ES" sz="750" b="0" dirty="0">
                <a:sym typeface="Calibri"/>
              </a:rPr>
            </a:br>
            <a:br>
              <a:rPr lang="es-ES" sz="750" b="0" dirty="0">
                <a:sym typeface="Calibri"/>
              </a:rPr>
            </a:br>
            <a:r>
              <a:rPr lang="es-ES" sz="750" b="0" dirty="0" err="1">
                <a:sym typeface="Calibri"/>
              </a:rPr>
              <a:t>Cons</a:t>
            </a:r>
            <a:r>
              <a:rPr lang="es-ES" sz="750" b="0" dirty="0">
                <a:sym typeface="Calibri"/>
              </a:rPr>
              <a:t>:</a:t>
            </a:r>
            <a:br>
              <a:rPr lang="es-ES" sz="750" b="0" dirty="0">
                <a:sym typeface="Calibri"/>
              </a:rPr>
            </a:br>
            <a:r>
              <a:rPr lang="es-ES" sz="750" b="0" dirty="0">
                <a:sym typeface="Calibri"/>
              </a:rPr>
              <a:t>1. Sin control de calidad → puede volverse una "ciénaga de datos"</a:t>
            </a:r>
            <a:br>
              <a:rPr lang="es-ES" sz="750" b="0" dirty="0">
                <a:sym typeface="Calibri"/>
              </a:rPr>
            </a:br>
            <a:r>
              <a:rPr lang="es-ES" sz="750" b="0" dirty="0">
                <a:sym typeface="Calibri"/>
              </a:rPr>
              <a:t>2. Bajo rendimiento para consultas</a:t>
            </a:r>
            <a:br>
              <a:rPr lang="es-ES" sz="750" b="0" dirty="0">
                <a:sym typeface="Calibri"/>
              </a:rPr>
            </a:br>
            <a:r>
              <a:rPr lang="es-ES" sz="750" b="0" dirty="0">
                <a:sym typeface="Calibri"/>
              </a:rPr>
              <a:t>3. Mala integración con herramientas BI</a:t>
            </a:r>
            <a:br>
              <a:rPr lang="es-ES" sz="750" b="0" dirty="0">
                <a:sym typeface="Calibri"/>
              </a:rPr>
            </a:br>
            <a:r>
              <a:rPr lang="es-ES" sz="750" b="0" dirty="0">
                <a:sym typeface="Calibri"/>
              </a:rPr>
              <a:t>4. No garantiza integridad ni transacciones</a:t>
            </a:r>
            <a:endParaRPr sz="750" b="0" dirty="0">
              <a:sym typeface="Calibri"/>
            </a:endParaRPr>
          </a:p>
          <a:p>
            <a:endParaRPr sz="825" dirty="0">
              <a:sym typeface="Calibri"/>
            </a:endParaRPr>
          </a:p>
          <a:p>
            <a:endParaRPr sz="825" dirty="0">
              <a:sym typeface="Calibri"/>
            </a:endParaRPr>
          </a:p>
        </p:txBody>
      </p:sp>
      <p:sp>
        <p:nvSpPr>
          <p:cNvPr id="4" name="Google Shape;274;g35ee5cc475b_0_15">
            <a:extLst>
              <a:ext uri="{FF2B5EF4-FFF2-40B4-BE49-F238E27FC236}">
                <a16:creationId xmlns:a16="http://schemas.microsoft.com/office/drawing/2014/main" id="{C9581D65-1176-4E49-E4B1-8860507A0273}"/>
              </a:ext>
            </a:extLst>
          </p:cNvPr>
          <p:cNvSpPr txBox="1">
            <a:spLocks/>
          </p:cNvSpPr>
          <p:nvPr/>
        </p:nvSpPr>
        <p:spPr>
          <a:xfrm>
            <a:off x="179512" y="332656"/>
            <a:ext cx="5915025" cy="407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Databricks</a:t>
            </a:r>
            <a:r>
              <a:rPr lang="es-ES" sz="18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18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Data </a:t>
            </a:r>
            <a:r>
              <a:rPr lang="es-ES" sz="18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Lakehouse</a:t>
            </a:r>
            <a:endParaRPr lang="es-ES" sz="1800" b="1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612AB3A1-7738-9FEB-32B7-B887A6ECCED3}"/>
              </a:ext>
            </a:extLst>
          </p:cNvPr>
          <p:cNvSpPr txBox="1">
            <a:spLocks/>
          </p:cNvSpPr>
          <p:nvPr/>
        </p:nvSpPr>
        <p:spPr>
          <a:xfrm>
            <a:off x="251520" y="332656"/>
            <a:ext cx="5915025" cy="407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Databricks</a:t>
            </a:r>
            <a:r>
              <a:rPr lang="es-ES" sz="18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18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Ecosistema de Datos I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A978DFC-4BEA-EC65-8190-698DC4521637}"/>
              </a:ext>
            </a:extLst>
          </p:cNvPr>
          <p:cNvSpPr/>
          <p:nvPr/>
        </p:nvSpPr>
        <p:spPr>
          <a:xfrm>
            <a:off x="1208112" y="3797706"/>
            <a:ext cx="6727776" cy="594066"/>
          </a:xfrm>
          <a:prstGeom prst="rect">
            <a:avLst/>
          </a:prstGeom>
          <a:solidFill>
            <a:schemeClr val="accent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Modern Data </a:t>
            </a:r>
            <a:r>
              <a:rPr lang="es-ES" sz="1200" dirty="0" err="1"/>
              <a:t>Ecosistem</a:t>
            </a:r>
            <a:endParaRPr lang="es-ES" sz="12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49BED28-A6E5-47B9-C807-F8DF4339314B}"/>
              </a:ext>
            </a:extLst>
          </p:cNvPr>
          <p:cNvSpPr/>
          <p:nvPr/>
        </p:nvSpPr>
        <p:spPr>
          <a:xfrm>
            <a:off x="1208112" y="2593951"/>
            <a:ext cx="975771" cy="1048532"/>
          </a:xfrm>
          <a:prstGeom prst="rect">
            <a:avLst/>
          </a:prstGeom>
          <a:solidFill>
            <a:srgbClr val="1E8BB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200" dirty="0" err="1"/>
              <a:t>ETLs</a:t>
            </a:r>
            <a:endParaRPr lang="es-ES" sz="12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86373DF-8914-7F55-771D-6521975C9E0C}"/>
              </a:ext>
            </a:extLst>
          </p:cNvPr>
          <p:cNvSpPr/>
          <p:nvPr/>
        </p:nvSpPr>
        <p:spPr>
          <a:xfrm>
            <a:off x="2358513" y="2593951"/>
            <a:ext cx="975771" cy="1048532"/>
          </a:xfrm>
          <a:prstGeom prst="rect">
            <a:avLst/>
          </a:prstGeom>
          <a:solidFill>
            <a:srgbClr val="1E8BB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200" dirty="0"/>
              <a:t>Data </a:t>
            </a:r>
            <a:r>
              <a:rPr lang="es-ES" sz="1200" dirty="0" err="1"/>
              <a:t>Warehouse</a:t>
            </a:r>
            <a:endParaRPr lang="es-ES" sz="12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9015EB0-828E-730A-499A-7872BDCEA69B}"/>
              </a:ext>
            </a:extLst>
          </p:cNvPr>
          <p:cNvSpPr/>
          <p:nvPr/>
        </p:nvSpPr>
        <p:spPr>
          <a:xfrm>
            <a:off x="3508914" y="2593951"/>
            <a:ext cx="975771" cy="1048532"/>
          </a:xfrm>
          <a:prstGeom prst="rect">
            <a:avLst/>
          </a:prstGeom>
          <a:solidFill>
            <a:srgbClr val="1E8BB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200" dirty="0"/>
              <a:t>Business </a:t>
            </a:r>
            <a:r>
              <a:rPr lang="es-ES" sz="1200" dirty="0" err="1"/>
              <a:t>Inteligence</a:t>
            </a:r>
            <a:endParaRPr lang="es-ES" sz="12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72DBB17-61AC-F6D1-B719-A4550798006B}"/>
              </a:ext>
            </a:extLst>
          </p:cNvPr>
          <p:cNvSpPr/>
          <p:nvPr/>
        </p:nvSpPr>
        <p:spPr>
          <a:xfrm>
            <a:off x="4659315" y="2593951"/>
            <a:ext cx="975771" cy="1048532"/>
          </a:xfrm>
          <a:prstGeom prst="rect">
            <a:avLst/>
          </a:prstGeom>
          <a:solidFill>
            <a:srgbClr val="1E8BB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200" dirty="0"/>
              <a:t>Data Cloud Storage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2483F07-E308-6B9D-6317-1DFB9FC005C1}"/>
              </a:ext>
            </a:extLst>
          </p:cNvPr>
          <p:cNvSpPr/>
          <p:nvPr/>
        </p:nvSpPr>
        <p:spPr>
          <a:xfrm>
            <a:off x="5809716" y="2593951"/>
            <a:ext cx="975771" cy="1048532"/>
          </a:xfrm>
          <a:prstGeom prst="rect">
            <a:avLst/>
          </a:prstGeom>
          <a:solidFill>
            <a:srgbClr val="1E8BB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200" dirty="0"/>
              <a:t>IA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F743016-203F-06CC-5B8C-3D160BF64793}"/>
              </a:ext>
            </a:extLst>
          </p:cNvPr>
          <p:cNvSpPr/>
          <p:nvPr/>
        </p:nvSpPr>
        <p:spPr>
          <a:xfrm>
            <a:off x="6960117" y="2593951"/>
            <a:ext cx="975771" cy="1048532"/>
          </a:xfrm>
          <a:prstGeom prst="rect">
            <a:avLst/>
          </a:prstGeom>
          <a:solidFill>
            <a:srgbClr val="1E8BB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200" dirty="0" err="1"/>
              <a:t>Governance</a:t>
            </a:r>
            <a:endParaRPr lang="es-ES" sz="1200" dirty="0"/>
          </a:p>
        </p:txBody>
      </p:sp>
      <p:pic>
        <p:nvPicPr>
          <p:cNvPr id="15" name="Imagen 14" descr="Icono&#10;&#10;El contenido generado por IA puede ser incorrecto.">
            <a:extLst>
              <a:ext uri="{FF2B5EF4-FFF2-40B4-BE49-F238E27FC236}">
                <a16:creationId xmlns:a16="http://schemas.microsoft.com/office/drawing/2014/main" id="{3840B801-1509-480E-111C-B6A9F79FD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823" y="4605789"/>
            <a:ext cx="222146" cy="222146"/>
          </a:xfrm>
          <a:prstGeom prst="rect">
            <a:avLst/>
          </a:prstGeom>
        </p:spPr>
      </p:pic>
      <p:pic>
        <p:nvPicPr>
          <p:cNvPr id="16" name="Imagen 15" descr="Icono&#10;&#10;El contenido generado por IA puede ser incorrecto.">
            <a:extLst>
              <a:ext uri="{FF2B5EF4-FFF2-40B4-BE49-F238E27FC236}">
                <a16:creationId xmlns:a16="http://schemas.microsoft.com/office/drawing/2014/main" id="{359678FD-A522-4876-1F5B-6C5D55FA0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599" y="3273699"/>
            <a:ext cx="222146" cy="222146"/>
          </a:xfrm>
          <a:prstGeom prst="rect">
            <a:avLst/>
          </a:prstGeom>
        </p:spPr>
      </p:pic>
      <p:pic>
        <p:nvPicPr>
          <p:cNvPr id="17" name="Imagen 16" descr="Un dibujo de un perro&#10;&#10;El contenido generado por IA puede ser incorrecto.">
            <a:extLst>
              <a:ext uri="{FF2B5EF4-FFF2-40B4-BE49-F238E27FC236}">
                <a16:creationId xmlns:a16="http://schemas.microsoft.com/office/drawing/2014/main" id="{A5F04D16-48CB-E1B8-499F-8AE4A121EE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6128" y="3269742"/>
            <a:ext cx="222146" cy="222146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3F8B323E-0848-E0DA-9028-AEBAF307A9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326" y="3273700"/>
            <a:ext cx="222146" cy="222146"/>
          </a:xfrm>
          <a:prstGeom prst="rect">
            <a:avLst/>
          </a:prstGeom>
        </p:spPr>
      </p:pic>
      <p:pic>
        <p:nvPicPr>
          <p:cNvPr id="19" name="Imagen 18" descr="Texto, Icono&#10;&#10;El contenido generado por IA puede ser incorrecto.">
            <a:extLst>
              <a:ext uri="{FF2B5EF4-FFF2-40B4-BE49-F238E27FC236}">
                <a16:creationId xmlns:a16="http://schemas.microsoft.com/office/drawing/2014/main" id="{94B7F1EC-A970-DCDB-AACB-840A736A79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862" y="3262593"/>
            <a:ext cx="244361" cy="244361"/>
          </a:xfrm>
          <a:prstGeom prst="rect">
            <a:avLst/>
          </a:prstGeom>
        </p:spPr>
      </p:pic>
      <p:pic>
        <p:nvPicPr>
          <p:cNvPr id="20" name="Imagen 19" descr="Icono&#10;&#10;El contenido generado por IA puede ser incorrecto.">
            <a:extLst>
              <a:ext uri="{FF2B5EF4-FFF2-40B4-BE49-F238E27FC236}">
                <a16:creationId xmlns:a16="http://schemas.microsoft.com/office/drawing/2014/main" id="{6E18887D-44C1-89EE-FA93-73EA11BCF3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930" y="3268015"/>
            <a:ext cx="222146" cy="222146"/>
          </a:xfrm>
          <a:prstGeom prst="rect">
            <a:avLst/>
          </a:prstGeom>
        </p:spPr>
      </p:pic>
      <p:pic>
        <p:nvPicPr>
          <p:cNvPr id="21" name="Imagen 20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1F04726F-B0DA-58FA-3481-3B3DF8F647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529" y="3269742"/>
            <a:ext cx="222146" cy="22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917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A5821-7FA6-1C08-7231-7A0D54A09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1B86810F-4FFC-265B-B77A-C66140969F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196752"/>
            <a:ext cx="4659075" cy="4343723"/>
          </a:xfrm>
        </p:spPr>
      </p:pic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30A44557-057D-D22E-3B48-21C9CEA2EEEE}"/>
              </a:ext>
            </a:extLst>
          </p:cNvPr>
          <p:cNvSpPr txBox="1">
            <a:spLocks/>
          </p:cNvSpPr>
          <p:nvPr/>
        </p:nvSpPr>
        <p:spPr>
          <a:xfrm>
            <a:off x="251520" y="332656"/>
            <a:ext cx="5915025" cy="407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Databricks</a:t>
            </a:r>
            <a:r>
              <a:rPr lang="es-ES" sz="18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18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Ecosistema de Datos II</a:t>
            </a:r>
          </a:p>
        </p:txBody>
      </p:sp>
    </p:spTree>
    <p:extLst>
      <p:ext uri="{BB962C8B-B14F-4D97-AF65-F5344CB8AC3E}">
        <p14:creationId xmlns:p14="http://schemas.microsoft.com/office/powerpoint/2010/main" val="1799566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A2ED0D-CF44-836B-BD91-A42D2BBE6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484776B-CB76-91C5-3D5E-E8A973BFA1AD}"/>
              </a:ext>
            </a:extLst>
          </p:cNvPr>
          <p:cNvSpPr txBox="1"/>
          <p:nvPr/>
        </p:nvSpPr>
        <p:spPr>
          <a:xfrm>
            <a:off x="3005826" y="2760676"/>
            <a:ext cx="31323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CLUSTER</a:t>
            </a:r>
          </a:p>
        </p:txBody>
      </p:sp>
    </p:spTree>
    <p:extLst>
      <p:ext uri="{BB962C8B-B14F-4D97-AF65-F5344CB8AC3E}">
        <p14:creationId xmlns:p14="http://schemas.microsoft.com/office/powerpoint/2010/main" val="2609652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B966E-06C1-3592-60A7-83C4AF007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ángulo: esquinas redondeadas 176">
            <a:extLst>
              <a:ext uri="{FF2B5EF4-FFF2-40B4-BE49-F238E27FC236}">
                <a16:creationId xmlns:a16="http://schemas.microsoft.com/office/drawing/2014/main" id="{5ED877EE-9DCC-E6EB-E726-5114AF94717D}"/>
              </a:ext>
            </a:extLst>
          </p:cNvPr>
          <p:cNvSpPr/>
          <p:nvPr/>
        </p:nvSpPr>
        <p:spPr>
          <a:xfrm>
            <a:off x="1101722" y="1179038"/>
            <a:ext cx="6320790" cy="4423410"/>
          </a:xfrm>
          <a:prstGeom prst="roundRect">
            <a:avLst>
              <a:gd name="adj" fmla="val 3572"/>
            </a:avLst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2438067-B4BB-607F-D2F3-E1655CC0C8D0}"/>
              </a:ext>
            </a:extLst>
          </p:cNvPr>
          <p:cNvSpPr/>
          <p:nvPr/>
        </p:nvSpPr>
        <p:spPr>
          <a:xfrm>
            <a:off x="3994308" y="1672424"/>
            <a:ext cx="535622" cy="2679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25" dirty="0">
                <a:solidFill>
                  <a:schemeClr val="tx1"/>
                </a:solidFill>
                <a:latin typeface="Montserrat" panose="00000500000000000000" pitchFamily="2" charset="0"/>
              </a:rPr>
              <a:t>Driver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1B5A28E-2EE5-6DF4-FAC7-B4D58F8FC3DF}"/>
              </a:ext>
            </a:extLst>
          </p:cNvPr>
          <p:cNvSpPr/>
          <p:nvPr/>
        </p:nvSpPr>
        <p:spPr>
          <a:xfrm>
            <a:off x="3282948" y="2219560"/>
            <a:ext cx="1958340" cy="2679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25" dirty="0" err="1">
                <a:solidFill>
                  <a:schemeClr val="tx1"/>
                </a:solidFill>
                <a:latin typeface="Montserrat" panose="00000500000000000000" pitchFamily="2" charset="0"/>
              </a:rPr>
              <a:t>Cluster</a:t>
            </a:r>
            <a:r>
              <a:rPr lang="es-ES" sz="825" dirty="0">
                <a:solidFill>
                  <a:schemeClr val="tx1"/>
                </a:solidFill>
                <a:latin typeface="Montserrat" panose="00000500000000000000" pitchFamily="2" charset="0"/>
              </a:rPr>
              <a:t> Manager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F185437-B591-CCC4-9895-1CD64580F185}"/>
              </a:ext>
            </a:extLst>
          </p:cNvPr>
          <p:cNvGrpSpPr/>
          <p:nvPr/>
        </p:nvGrpSpPr>
        <p:grpSpPr>
          <a:xfrm>
            <a:off x="4083114" y="2704126"/>
            <a:ext cx="363112" cy="264260"/>
            <a:chOff x="4658644" y="3338619"/>
            <a:chExt cx="484148" cy="352346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3055379-3315-2491-C0FC-E7ADC0D884DE}"/>
                </a:ext>
              </a:extLst>
            </p:cNvPr>
            <p:cNvSpPr/>
            <p:nvPr/>
          </p:nvSpPr>
          <p:spPr>
            <a:xfrm>
              <a:off x="4721304" y="3338619"/>
              <a:ext cx="352346" cy="35234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375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B82CACB2-627F-C9DC-B572-118407C462BE}"/>
                </a:ext>
              </a:extLst>
            </p:cNvPr>
            <p:cNvSpPr txBox="1"/>
            <p:nvPr/>
          </p:nvSpPr>
          <p:spPr>
            <a:xfrm>
              <a:off x="4658644" y="3386316"/>
              <a:ext cx="484148" cy="246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" dirty="0">
                  <a:latin typeface="Montserrat" panose="00000500000000000000" pitchFamily="2" charset="0"/>
                </a:rPr>
                <a:t>DAG</a:t>
              </a:r>
              <a:endParaRPr lang="es-ES" sz="1050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95" name="Grupo 94">
            <a:extLst>
              <a:ext uri="{FF2B5EF4-FFF2-40B4-BE49-F238E27FC236}">
                <a16:creationId xmlns:a16="http://schemas.microsoft.com/office/drawing/2014/main" id="{1768E478-AB31-56D5-3F21-7B50F7367438}"/>
              </a:ext>
            </a:extLst>
          </p:cNvPr>
          <p:cNvGrpSpPr/>
          <p:nvPr/>
        </p:nvGrpSpPr>
        <p:grpSpPr>
          <a:xfrm>
            <a:off x="1640350" y="3514702"/>
            <a:ext cx="1561810" cy="1934031"/>
            <a:chOff x="2209993" y="3543269"/>
            <a:chExt cx="2082413" cy="2578708"/>
          </a:xfrm>
        </p:grpSpPr>
        <p:sp>
          <p:nvSpPr>
            <p:cNvPr id="93" name="Rectángulo: esquinas redondeadas 92">
              <a:extLst>
                <a:ext uri="{FF2B5EF4-FFF2-40B4-BE49-F238E27FC236}">
                  <a16:creationId xmlns:a16="http://schemas.microsoft.com/office/drawing/2014/main" id="{A42B13E3-3008-08B1-5BDF-092C4C0F9844}"/>
                </a:ext>
              </a:extLst>
            </p:cNvPr>
            <p:cNvSpPr/>
            <p:nvPr/>
          </p:nvSpPr>
          <p:spPr>
            <a:xfrm>
              <a:off x="2209993" y="3543269"/>
              <a:ext cx="2082413" cy="2578708"/>
            </a:xfrm>
            <a:prstGeom prst="roundRect">
              <a:avLst>
                <a:gd name="adj" fmla="val 14046"/>
              </a:avLst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350" dirty="0">
                <a:latin typeface="Montserrat" panose="00000500000000000000" pitchFamily="2" charset="0"/>
              </a:endParaRPr>
            </a:p>
          </p:txBody>
        </p:sp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0CCD447E-CAB4-498D-1E4E-901FB45417EA}"/>
                </a:ext>
              </a:extLst>
            </p:cNvPr>
            <p:cNvGrpSpPr/>
            <p:nvPr/>
          </p:nvGrpSpPr>
          <p:grpSpPr>
            <a:xfrm>
              <a:off x="2432050" y="3924300"/>
              <a:ext cx="1638300" cy="1968500"/>
              <a:chOff x="2432050" y="3924300"/>
              <a:chExt cx="1638300" cy="1968500"/>
            </a:xfrm>
          </p:grpSpPr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E666B277-749E-EC62-FB55-DDA88D4FD789}"/>
                  </a:ext>
                </a:extLst>
              </p:cNvPr>
              <p:cNvSpPr/>
              <p:nvPr/>
            </p:nvSpPr>
            <p:spPr>
              <a:xfrm>
                <a:off x="2762250" y="3924300"/>
                <a:ext cx="1308100" cy="14351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825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Executor</a:t>
                </a:r>
                <a:endParaRPr lang="es-ES" sz="825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grpSp>
            <p:nvGrpSpPr>
              <p:cNvPr id="39" name="Grupo 38">
                <a:extLst>
                  <a:ext uri="{FF2B5EF4-FFF2-40B4-BE49-F238E27FC236}">
                    <a16:creationId xmlns:a16="http://schemas.microsoft.com/office/drawing/2014/main" id="{C644A9DE-D765-D429-FBAA-57A1D492C364}"/>
                  </a:ext>
                </a:extLst>
              </p:cNvPr>
              <p:cNvGrpSpPr/>
              <p:nvPr/>
            </p:nvGrpSpPr>
            <p:grpSpPr>
              <a:xfrm>
                <a:off x="2432050" y="4191000"/>
                <a:ext cx="1473200" cy="1701800"/>
                <a:chOff x="2432050" y="4191000"/>
                <a:chExt cx="1473200" cy="1701800"/>
              </a:xfrm>
            </p:grpSpPr>
            <p:sp>
              <p:nvSpPr>
                <p:cNvPr id="11" name="Rectángulo 10">
                  <a:extLst>
                    <a:ext uri="{FF2B5EF4-FFF2-40B4-BE49-F238E27FC236}">
                      <a16:creationId xmlns:a16="http://schemas.microsoft.com/office/drawing/2014/main" id="{789DA6E1-58DE-1B9D-50CE-5DD2AA71DA68}"/>
                    </a:ext>
                  </a:extLst>
                </p:cNvPr>
                <p:cNvSpPr/>
                <p:nvPr/>
              </p:nvSpPr>
              <p:spPr>
                <a:xfrm>
                  <a:off x="2597150" y="41910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825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82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47C85B88-EBA4-04A0-AC8E-A1FB427541B3}"/>
                    </a:ext>
                  </a:extLst>
                </p:cNvPr>
                <p:cNvSpPr/>
                <p:nvPr/>
              </p:nvSpPr>
              <p:spPr>
                <a:xfrm>
                  <a:off x="2432050" y="44577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825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82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Rectángulo 12">
                  <a:extLst>
                    <a:ext uri="{FF2B5EF4-FFF2-40B4-BE49-F238E27FC236}">
                      <a16:creationId xmlns:a16="http://schemas.microsoft.com/office/drawing/2014/main" id="{A6097D8A-65A9-80AE-5A78-D39701C45300}"/>
                    </a:ext>
                  </a:extLst>
                </p:cNvPr>
                <p:cNvSpPr/>
                <p:nvPr/>
              </p:nvSpPr>
              <p:spPr>
                <a:xfrm>
                  <a:off x="2597150" y="4819650"/>
                  <a:ext cx="889000" cy="15875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600" dirty="0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CACHE</a:t>
                  </a:r>
                  <a:endParaRPr lang="es-ES" sz="67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grpSp>
              <p:nvGrpSpPr>
                <p:cNvPr id="28" name="Grupo 27">
                  <a:extLst>
                    <a:ext uri="{FF2B5EF4-FFF2-40B4-BE49-F238E27FC236}">
                      <a16:creationId xmlns:a16="http://schemas.microsoft.com/office/drawing/2014/main" id="{8C7C3428-7D7F-E324-4760-EE3279EC1B8C}"/>
                    </a:ext>
                  </a:extLst>
                </p:cNvPr>
                <p:cNvGrpSpPr/>
                <p:nvPr/>
              </p:nvGrpSpPr>
              <p:grpSpPr>
                <a:xfrm>
                  <a:off x="2514195" y="5140295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21" name="Grupo 20">
                    <a:extLst>
                      <a:ext uri="{FF2B5EF4-FFF2-40B4-BE49-F238E27FC236}">
                        <a16:creationId xmlns:a16="http://schemas.microsoft.com/office/drawing/2014/main" id="{1D1FC05B-1742-B57B-DC1A-A33A862D67A6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4" name="Rectángulo 13">
                      <a:extLst>
                        <a:ext uri="{FF2B5EF4-FFF2-40B4-BE49-F238E27FC236}">
                          <a16:creationId xmlns:a16="http://schemas.microsoft.com/office/drawing/2014/main" id="{E585E0A3-9797-D92D-3FF0-0D74EB31D3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20" name="CuadroTexto 19">
                      <a:extLst>
                        <a:ext uri="{FF2B5EF4-FFF2-40B4-BE49-F238E27FC236}">
                          <a16:creationId xmlns:a16="http://schemas.microsoft.com/office/drawing/2014/main" id="{5DF2D21F-4223-291F-2CB8-98C49A5DE34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22" name="Grupo 21">
                    <a:extLst>
                      <a:ext uri="{FF2B5EF4-FFF2-40B4-BE49-F238E27FC236}">
                        <a16:creationId xmlns:a16="http://schemas.microsoft.com/office/drawing/2014/main" id="{A2E5E468-3A7E-C4B9-5A79-0A3576513F0D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23" name="Rectángulo 22">
                      <a:extLst>
                        <a:ext uri="{FF2B5EF4-FFF2-40B4-BE49-F238E27FC236}">
                          <a16:creationId xmlns:a16="http://schemas.microsoft.com/office/drawing/2014/main" id="{070B5BED-83E6-866A-63D1-C23C7243D2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24" name="CuadroTexto 23">
                      <a:extLst>
                        <a:ext uri="{FF2B5EF4-FFF2-40B4-BE49-F238E27FC236}">
                          <a16:creationId xmlns:a16="http://schemas.microsoft.com/office/drawing/2014/main" id="{110D0CA4-ADCD-1C94-05D4-0D13C1E045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25" name="Grupo 24">
                    <a:extLst>
                      <a:ext uri="{FF2B5EF4-FFF2-40B4-BE49-F238E27FC236}">
                        <a16:creationId xmlns:a16="http://schemas.microsoft.com/office/drawing/2014/main" id="{D95EBB3B-85B0-5529-A74A-0C4C9BD3BA44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26" name="Rectángulo 25">
                      <a:extLst>
                        <a:ext uri="{FF2B5EF4-FFF2-40B4-BE49-F238E27FC236}">
                          <a16:creationId xmlns:a16="http://schemas.microsoft.com/office/drawing/2014/main" id="{AF33ED7C-CB9F-58EB-6D0A-73D53F7362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27" name="CuadroTexto 26">
                      <a:extLst>
                        <a:ext uri="{FF2B5EF4-FFF2-40B4-BE49-F238E27FC236}">
                          <a16:creationId xmlns:a16="http://schemas.microsoft.com/office/drawing/2014/main" id="{B2695410-32FB-DAFE-6DB7-823212F5BDB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  <p:grpSp>
              <p:nvGrpSpPr>
                <p:cNvPr id="29" name="Grupo 28">
                  <a:extLst>
                    <a:ext uri="{FF2B5EF4-FFF2-40B4-BE49-F238E27FC236}">
                      <a16:creationId xmlns:a16="http://schemas.microsoft.com/office/drawing/2014/main" id="{2E50C6F6-F212-6ED4-D10A-9EC7047C74BF}"/>
                    </a:ext>
                  </a:extLst>
                </p:cNvPr>
                <p:cNvGrpSpPr/>
                <p:nvPr/>
              </p:nvGrpSpPr>
              <p:grpSpPr>
                <a:xfrm>
                  <a:off x="2512322" y="5411742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30" name="Grupo 29">
                    <a:extLst>
                      <a:ext uri="{FF2B5EF4-FFF2-40B4-BE49-F238E27FC236}">
                        <a16:creationId xmlns:a16="http://schemas.microsoft.com/office/drawing/2014/main" id="{DF464356-9C55-8B0B-4220-922A5F43B5CA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37" name="Rectángulo 36">
                      <a:extLst>
                        <a:ext uri="{FF2B5EF4-FFF2-40B4-BE49-F238E27FC236}">
                          <a16:creationId xmlns:a16="http://schemas.microsoft.com/office/drawing/2014/main" id="{BE1B03C7-C220-34A6-60BB-DA0F417059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38" name="CuadroTexto 37">
                      <a:extLst>
                        <a:ext uri="{FF2B5EF4-FFF2-40B4-BE49-F238E27FC236}">
                          <a16:creationId xmlns:a16="http://schemas.microsoft.com/office/drawing/2014/main" id="{520F3B80-788B-4816-E200-A02D6440801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31" name="Grupo 30">
                    <a:extLst>
                      <a:ext uri="{FF2B5EF4-FFF2-40B4-BE49-F238E27FC236}">
                        <a16:creationId xmlns:a16="http://schemas.microsoft.com/office/drawing/2014/main" id="{C5162904-F400-D5AA-7DE4-57F51B77C68A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35" name="Rectángulo 34">
                      <a:extLst>
                        <a:ext uri="{FF2B5EF4-FFF2-40B4-BE49-F238E27FC236}">
                          <a16:creationId xmlns:a16="http://schemas.microsoft.com/office/drawing/2014/main" id="{2A37B0AC-E1BB-5B6B-D4FF-5196520196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36" name="CuadroTexto 35">
                      <a:extLst>
                        <a:ext uri="{FF2B5EF4-FFF2-40B4-BE49-F238E27FC236}">
                          <a16:creationId xmlns:a16="http://schemas.microsoft.com/office/drawing/2014/main" id="{25C4AE04-7980-D250-5B94-23C42194999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32" name="Grupo 31">
                    <a:extLst>
                      <a:ext uri="{FF2B5EF4-FFF2-40B4-BE49-F238E27FC236}">
                        <a16:creationId xmlns:a16="http://schemas.microsoft.com/office/drawing/2014/main" id="{96306E2A-43B0-40BB-1868-B2F2BD755C84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33" name="Rectángulo 32">
                      <a:extLst>
                        <a:ext uri="{FF2B5EF4-FFF2-40B4-BE49-F238E27FC236}">
                          <a16:creationId xmlns:a16="http://schemas.microsoft.com/office/drawing/2014/main" id="{7C9F5924-1B2F-F88E-72DD-B2DCFC87BE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34" name="CuadroTexto 33">
                      <a:extLst>
                        <a:ext uri="{FF2B5EF4-FFF2-40B4-BE49-F238E27FC236}">
                          <a16:creationId xmlns:a16="http://schemas.microsoft.com/office/drawing/2014/main" id="{D6E4C837-8A6B-4769-CA75-A8E961DC6A9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</p:grpSp>
        </p:grpSp>
        <p:sp>
          <p:nvSpPr>
            <p:cNvPr id="94" name="CuadroTexto 93">
              <a:extLst>
                <a:ext uri="{FF2B5EF4-FFF2-40B4-BE49-F238E27FC236}">
                  <a16:creationId xmlns:a16="http://schemas.microsoft.com/office/drawing/2014/main" id="{DCCDB074-1EEE-6C2B-8D61-E72FA56B9F0E}"/>
                </a:ext>
              </a:extLst>
            </p:cNvPr>
            <p:cNvSpPr txBox="1"/>
            <p:nvPr/>
          </p:nvSpPr>
          <p:spPr>
            <a:xfrm>
              <a:off x="2893849" y="3605525"/>
              <a:ext cx="638811" cy="2667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700" b="1" dirty="0" err="1"/>
                <a:t>Node</a:t>
              </a:r>
              <a:r>
                <a:rPr lang="es-ES" sz="700" b="1" dirty="0"/>
                <a:t> 1</a:t>
              </a:r>
            </a:p>
          </p:txBody>
        </p:sp>
      </p:grpSp>
      <p:grpSp>
        <p:nvGrpSpPr>
          <p:cNvPr id="96" name="Grupo 95">
            <a:extLst>
              <a:ext uri="{FF2B5EF4-FFF2-40B4-BE49-F238E27FC236}">
                <a16:creationId xmlns:a16="http://schemas.microsoft.com/office/drawing/2014/main" id="{9C3F71A3-F5F5-BFDE-74A0-7B018B6290F3}"/>
              </a:ext>
            </a:extLst>
          </p:cNvPr>
          <p:cNvGrpSpPr/>
          <p:nvPr/>
        </p:nvGrpSpPr>
        <p:grpSpPr>
          <a:xfrm>
            <a:off x="3492528" y="3478422"/>
            <a:ext cx="1561810" cy="1934031"/>
            <a:chOff x="2209993" y="3543269"/>
            <a:chExt cx="2082413" cy="2578708"/>
          </a:xfrm>
        </p:grpSpPr>
        <p:sp>
          <p:nvSpPr>
            <p:cNvPr id="97" name="Rectángulo: esquinas redondeadas 96">
              <a:extLst>
                <a:ext uri="{FF2B5EF4-FFF2-40B4-BE49-F238E27FC236}">
                  <a16:creationId xmlns:a16="http://schemas.microsoft.com/office/drawing/2014/main" id="{FD0FE3A9-3D32-9461-3CCF-E15C2882B614}"/>
                </a:ext>
              </a:extLst>
            </p:cNvPr>
            <p:cNvSpPr/>
            <p:nvPr/>
          </p:nvSpPr>
          <p:spPr>
            <a:xfrm>
              <a:off x="2209993" y="3543269"/>
              <a:ext cx="2082413" cy="2578708"/>
            </a:xfrm>
            <a:prstGeom prst="roundRect">
              <a:avLst>
                <a:gd name="adj" fmla="val 14046"/>
              </a:avLst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350" dirty="0">
                <a:latin typeface="Montserrat" panose="00000500000000000000" pitchFamily="2" charset="0"/>
              </a:endParaRPr>
            </a:p>
          </p:txBody>
        </p:sp>
        <p:grpSp>
          <p:nvGrpSpPr>
            <p:cNvPr id="98" name="Grupo 97">
              <a:extLst>
                <a:ext uri="{FF2B5EF4-FFF2-40B4-BE49-F238E27FC236}">
                  <a16:creationId xmlns:a16="http://schemas.microsoft.com/office/drawing/2014/main" id="{8301A948-E25B-6C08-4BAF-968AC8EBFCB4}"/>
                </a:ext>
              </a:extLst>
            </p:cNvPr>
            <p:cNvGrpSpPr/>
            <p:nvPr/>
          </p:nvGrpSpPr>
          <p:grpSpPr>
            <a:xfrm>
              <a:off x="2432050" y="3924300"/>
              <a:ext cx="1638300" cy="1968500"/>
              <a:chOff x="2432050" y="3924300"/>
              <a:chExt cx="1638300" cy="1968500"/>
            </a:xfrm>
          </p:grpSpPr>
          <p:sp>
            <p:nvSpPr>
              <p:cNvPr id="100" name="Rectángulo 99">
                <a:extLst>
                  <a:ext uri="{FF2B5EF4-FFF2-40B4-BE49-F238E27FC236}">
                    <a16:creationId xmlns:a16="http://schemas.microsoft.com/office/drawing/2014/main" id="{F827632B-051F-79E2-644A-CF8040928820}"/>
                  </a:ext>
                </a:extLst>
              </p:cNvPr>
              <p:cNvSpPr/>
              <p:nvPr/>
            </p:nvSpPr>
            <p:spPr>
              <a:xfrm>
                <a:off x="2762250" y="3924300"/>
                <a:ext cx="1308100" cy="14351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825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Executor</a:t>
                </a:r>
                <a:endParaRPr lang="es-ES" sz="825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grpSp>
            <p:nvGrpSpPr>
              <p:cNvPr id="101" name="Grupo 100">
                <a:extLst>
                  <a:ext uri="{FF2B5EF4-FFF2-40B4-BE49-F238E27FC236}">
                    <a16:creationId xmlns:a16="http://schemas.microsoft.com/office/drawing/2014/main" id="{0C9DB96F-869C-1777-E764-0A4E38A54EF9}"/>
                  </a:ext>
                </a:extLst>
              </p:cNvPr>
              <p:cNvGrpSpPr/>
              <p:nvPr/>
            </p:nvGrpSpPr>
            <p:grpSpPr>
              <a:xfrm>
                <a:off x="2432050" y="4191000"/>
                <a:ext cx="1473200" cy="1701800"/>
                <a:chOff x="2432050" y="4191000"/>
                <a:chExt cx="1473200" cy="1701800"/>
              </a:xfrm>
            </p:grpSpPr>
            <p:sp>
              <p:nvSpPr>
                <p:cNvPr id="102" name="Rectángulo 101">
                  <a:extLst>
                    <a:ext uri="{FF2B5EF4-FFF2-40B4-BE49-F238E27FC236}">
                      <a16:creationId xmlns:a16="http://schemas.microsoft.com/office/drawing/2014/main" id="{91D47418-ED4D-C413-0560-835C719FA47D}"/>
                    </a:ext>
                  </a:extLst>
                </p:cNvPr>
                <p:cNvSpPr/>
                <p:nvPr/>
              </p:nvSpPr>
              <p:spPr>
                <a:xfrm>
                  <a:off x="2597150" y="41910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825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82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3" name="Rectángulo 102">
                  <a:extLst>
                    <a:ext uri="{FF2B5EF4-FFF2-40B4-BE49-F238E27FC236}">
                      <a16:creationId xmlns:a16="http://schemas.microsoft.com/office/drawing/2014/main" id="{F7045B3E-7751-223F-C54E-FFBC648E5EE2}"/>
                    </a:ext>
                  </a:extLst>
                </p:cNvPr>
                <p:cNvSpPr/>
                <p:nvPr/>
              </p:nvSpPr>
              <p:spPr>
                <a:xfrm>
                  <a:off x="2432050" y="44577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825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82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4" name="Rectángulo 103">
                  <a:extLst>
                    <a:ext uri="{FF2B5EF4-FFF2-40B4-BE49-F238E27FC236}">
                      <a16:creationId xmlns:a16="http://schemas.microsoft.com/office/drawing/2014/main" id="{54428DBB-A670-2C5E-929C-C643A2477291}"/>
                    </a:ext>
                  </a:extLst>
                </p:cNvPr>
                <p:cNvSpPr/>
                <p:nvPr/>
              </p:nvSpPr>
              <p:spPr>
                <a:xfrm>
                  <a:off x="2597150" y="4819650"/>
                  <a:ext cx="889000" cy="15875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600" dirty="0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CACHE</a:t>
                  </a:r>
                  <a:endParaRPr lang="es-ES" sz="67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grpSp>
              <p:nvGrpSpPr>
                <p:cNvPr id="105" name="Grupo 104">
                  <a:extLst>
                    <a:ext uri="{FF2B5EF4-FFF2-40B4-BE49-F238E27FC236}">
                      <a16:creationId xmlns:a16="http://schemas.microsoft.com/office/drawing/2014/main" id="{6226E9FE-EA79-D9A2-7584-DE4C9D23CC92}"/>
                    </a:ext>
                  </a:extLst>
                </p:cNvPr>
                <p:cNvGrpSpPr/>
                <p:nvPr/>
              </p:nvGrpSpPr>
              <p:grpSpPr>
                <a:xfrm>
                  <a:off x="2514195" y="5140295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116" name="Grupo 115">
                    <a:extLst>
                      <a:ext uri="{FF2B5EF4-FFF2-40B4-BE49-F238E27FC236}">
                        <a16:creationId xmlns:a16="http://schemas.microsoft.com/office/drawing/2014/main" id="{8BCF9EDB-05F0-1F0D-8963-C2071DF4124D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23" name="Rectángulo 122">
                      <a:extLst>
                        <a:ext uri="{FF2B5EF4-FFF2-40B4-BE49-F238E27FC236}">
                          <a16:creationId xmlns:a16="http://schemas.microsoft.com/office/drawing/2014/main" id="{994F1F49-1FCC-BA27-1166-0DDAFB916D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24" name="CuadroTexto 123">
                      <a:extLst>
                        <a:ext uri="{FF2B5EF4-FFF2-40B4-BE49-F238E27FC236}">
                          <a16:creationId xmlns:a16="http://schemas.microsoft.com/office/drawing/2014/main" id="{C740F4BA-CA9E-B858-CA70-FACDF0388A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17" name="Grupo 116">
                    <a:extLst>
                      <a:ext uri="{FF2B5EF4-FFF2-40B4-BE49-F238E27FC236}">
                        <a16:creationId xmlns:a16="http://schemas.microsoft.com/office/drawing/2014/main" id="{EA13628D-F309-5082-9C9E-D9A9E8E961A1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21" name="Rectángulo 120">
                      <a:extLst>
                        <a:ext uri="{FF2B5EF4-FFF2-40B4-BE49-F238E27FC236}">
                          <a16:creationId xmlns:a16="http://schemas.microsoft.com/office/drawing/2014/main" id="{64DD196C-F06C-CDFB-1FC1-57637C8073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22" name="CuadroTexto 121">
                      <a:extLst>
                        <a:ext uri="{FF2B5EF4-FFF2-40B4-BE49-F238E27FC236}">
                          <a16:creationId xmlns:a16="http://schemas.microsoft.com/office/drawing/2014/main" id="{39B7C962-0483-7E68-AA01-56959505D16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18" name="Grupo 117">
                    <a:extLst>
                      <a:ext uri="{FF2B5EF4-FFF2-40B4-BE49-F238E27FC236}">
                        <a16:creationId xmlns:a16="http://schemas.microsoft.com/office/drawing/2014/main" id="{1EE2AB87-42E4-922C-CCBE-C4794A1BD8BE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19" name="Rectángulo 118">
                      <a:extLst>
                        <a:ext uri="{FF2B5EF4-FFF2-40B4-BE49-F238E27FC236}">
                          <a16:creationId xmlns:a16="http://schemas.microsoft.com/office/drawing/2014/main" id="{AF10BA9F-F7B8-6EE7-04C0-4B5103E804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20" name="CuadroTexto 119">
                      <a:extLst>
                        <a:ext uri="{FF2B5EF4-FFF2-40B4-BE49-F238E27FC236}">
                          <a16:creationId xmlns:a16="http://schemas.microsoft.com/office/drawing/2014/main" id="{76A48223-D483-80C2-7981-993DD74582D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  <p:grpSp>
              <p:nvGrpSpPr>
                <p:cNvPr id="106" name="Grupo 105">
                  <a:extLst>
                    <a:ext uri="{FF2B5EF4-FFF2-40B4-BE49-F238E27FC236}">
                      <a16:creationId xmlns:a16="http://schemas.microsoft.com/office/drawing/2014/main" id="{ECDA9B9C-4A42-57F5-BC27-65AE50AD3EE0}"/>
                    </a:ext>
                  </a:extLst>
                </p:cNvPr>
                <p:cNvGrpSpPr/>
                <p:nvPr/>
              </p:nvGrpSpPr>
              <p:grpSpPr>
                <a:xfrm>
                  <a:off x="2512322" y="5411742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107" name="Grupo 106">
                    <a:extLst>
                      <a:ext uri="{FF2B5EF4-FFF2-40B4-BE49-F238E27FC236}">
                        <a16:creationId xmlns:a16="http://schemas.microsoft.com/office/drawing/2014/main" id="{9CA18BD0-E2F6-8A21-0E75-BF98B70507E2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14" name="Rectángulo 113">
                      <a:extLst>
                        <a:ext uri="{FF2B5EF4-FFF2-40B4-BE49-F238E27FC236}">
                          <a16:creationId xmlns:a16="http://schemas.microsoft.com/office/drawing/2014/main" id="{EC8958C8-6BBE-83A7-36B3-229313E758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15" name="CuadroTexto 114">
                      <a:extLst>
                        <a:ext uri="{FF2B5EF4-FFF2-40B4-BE49-F238E27FC236}">
                          <a16:creationId xmlns:a16="http://schemas.microsoft.com/office/drawing/2014/main" id="{9B8CAA05-05C4-232B-D497-4262991C81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08" name="Grupo 107">
                    <a:extLst>
                      <a:ext uri="{FF2B5EF4-FFF2-40B4-BE49-F238E27FC236}">
                        <a16:creationId xmlns:a16="http://schemas.microsoft.com/office/drawing/2014/main" id="{9210D093-E31B-88B4-7C37-8FF25D531C25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12" name="Rectángulo 111">
                      <a:extLst>
                        <a:ext uri="{FF2B5EF4-FFF2-40B4-BE49-F238E27FC236}">
                          <a16:creationId xmlns:a16="http://schemas.microsoft.com/office/drawing/2014/main" id="{1AB3EE95-8A8E-C0C7-2FE9-709E6882A6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13" name="CuadroTexto 112">
                      <a:extLst>
                        <a:ext uri="{FF2B5EF4-FFF2-40B4-BE49-F238E27FC236}">
                          <a16:creationId xmlns:a16="http://schemas.microsoft.com/office/drawing/2014/main" id="{5A5EE639-B5AB-8729-5E1E-F3F3A7975BB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09" name="Grupo 108">
                    <a:extLst>
                      <a:ext uri="{FF2B5EF4-FFF2-40B4-BE49-F238E27FC236}">
                        <a16:creationId xmlns:a16="http://schemas.microsoft.com/office/drawing/2014/main" id="{5B97DAAF-0446-749D-3DE5-7160886E6983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10" name="Rectángulo 109">
                      <a:extLst>
                        <a:ext uri="{FF2B5EF4-FFF2-40B4-BE49-F238E27FC236}">
                          <a16:creationId xmlns:a16="http://schemas.microsoft.com/office/drawing/2014/main" id="{82DE996B-3600-521E-C323-533BD7631B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11" name="CuadroTexto 110">
                      <a:extLst>
                        <a:ext uri="{FF2B5EF4-FFF2-40B4-BE49-F238E27FC236}">
                          <a16:creationId xmlns:a16="http://schemas.microsoft.com/office/drawing/2014/main" id="{D6515A5E-F5C6-816C-B3EF-3AA3FF1E9E1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</p:grpSp>
        </p:grpSp>
        <p:sp>
          <p:nvSpPr>
            <p:cNvPr id="99" name="CuadroTexto 98">
              <a:extLst>
                <a:ext uri="{FF2B5EF4-FFF2-40B4-BE49-F238E27FC236}">
                  <a16:creationId xmlns:a16="http://schemas.microsoft.com/office/drawing/2014/main" id="{3D6E962F-1958-3C5B-68BA-40D0811E3C61}"/>
                </a:ext>
              </a:extLst>
            </p:cNvPr>
            <p:cNvSpPr txBox="1"/>
            <p:nvPr/>
          </p:nvSpPr>
          <p:spPr>
            <a:xfrm>
              <a:off x="2893849" y="3605525"/>
              <a:ext cx="638811" cy="2667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700" b="1" dirty="0" err="1"/>
                <a:t>Node</a:t>
              </a:r>
              <a:r>
                <a:rPr lang="es-ES" sz="700" b="1" dirty="0"/>
                <a:t> 2</a:t>
              </a:r>
            </a:p>
          </p:txBody>
        </p:sp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3622C279-B623-FDFB-0D86-1811B0A377BD}"/>
              </a:ext>
            </a:extLst>
          </p:cNvPr>
          <p:cNvGrpSpPr/>
          <p:nvPr/>
        </p:nvGrpSpPr>
        <p:grpSpPr>
          <a:xfrm>
            <a:off x="5344385" y="3493739"/>
            <a:ext cx="1561810" cy="1934031"/>
            <a:chOff x="2209993" y="3543269"/>
            <a:chExt cx="2082413" cy="2578708"/>
          </a:xfrm>
        </p:grpSpPr>
        <p:sp>
          <p:nvSpPr>
            <p:cNvPr id="126" name="Rectángulo: esquinas redondeadas 125">
              <a:extLst>
                <a:ext uri="{FF2B5EF4-FFF2-40B4-BE49-F238E27FC236}">
                  <a16:creationId xmlns:a16="http://schemas.microsoft.com/office/drawing/2014/main" id="{F291049D-A327-0058-FD92-67B3BECF02B5}"/>
                </a:ext>
              </a:extLst>
            </p:cNvPr>
            <p:cNvSpPr/>
            <p:nvPr/>
          </p:nvSpPr>
          <p:spPr>
            <a:xfrm>
              <a:off x="2209993" y="3543269"/>
              <a:ext cx="2082413" cy="2578708"/>
            </a:xfrm>
            <a:prstGeom prst="roundRect">
              <a:avLst>
                <a:gd name="adj" fmla="val 14046"/>
              </a:avLst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350">
                <a:latin typeface="Montserrat" panose="00000500000000000000" pitchFamily="2" charset="0"/>
              </a:endParaRPr>
            </a:p>
          </p:txBody>
        </p:sp>
        <p:grpSp>
          <p:nvGrpSpPr>
            <p:cNvPr id="127" name="Grupo 126">
              <a:extLst>
                <a:ext uri="{FF2B5EF4-FFF2-40B4-BE49-F238E27FC236}">
                  <a16:creationId xmlns:a16="http://schemas.microsoft.com/office/drawing/2014/main" id="{B5F8FD4C-8AA2-B135-BE78-1CC672F82E4F}"/>
                </a:ext>
              </a:extLst>
            </p:cNvPr>
            <p:cNvGrpSpPr/>
            <p:nvPr/>
          </p:nvGrpSpPr>
          <p:grpSpPr>
            <a:xfrm>
              <a:off x="2432050" y="3924300"/>
              <a:ext cx="1638300" cy="1968500"/>
              <a:chOff x="2432050" y="3924300"/>
              <a:chExt cx="1638300" cy="1968500"/>
            </a:xfrm>
          </p:grpSpPr>
          <p:sp>
            <p:nvSpPr>
              <p:cNvPr id="129" name="Rectángulo 128">
                <a:extLst>
                  <a:ext uri="{FF2B5EF4-FFF2-40B4-BE49-F238E27FC236}">
                    <a16:creationId xmlns:a16="http://schemas.microsoft.com/office/drawing/2014/main" id="{DAAEE780-CE5F-E3C6-D2E0-54394B6EC93D}"/>
                  </a:ext>
                </a:extLst>
              </p:cNvPr>
              <p:cNvSpPr/>
              <p:nvPr/>
            </p:nvSpPr>
            <p:spPr>
              <a:xfrm>
                <a:off x="2762250" y="3924300"/>
                <a:ext cx="1308100" cy="14351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825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Executor</a:t>
                </a:r>
                <a:endParaRPr lang="es-ES" sz="825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grpSp>
            <p:nvGrpSpPr>
              <p:cNvPr id="130" name="Grupo 129">
                <a:extLst>
                  <a:ext uri="{FF2B5EF4-FFF2-40B4-BE49-F238E27FC236}">
                    <a16:creationId xmlns:a16="http://schemas.microsoft.com/office/drawing/2014/main" id="{9BFACC04-51A3-55D3-9FBB-D6AD0EBD4CA9}"/>
                  </a:ext>
                </a:extLst>
              </p:cNvPr>
              <p:cNvGrpSpPr/>
              <p:nvPr/>
            </p:nvGrpSpPr>
            <p:grpSpPr>
              <a:xfrm>
                <a:off x="2432050" y="4191000"/>
                <a:ext cx="1473200" cy="1701800"/>
                <a:chOff x="2432050" y="4191000"/>
                <a:chExt cx="1473200" cy="1701800"/>
              </a:xfrm>
            </p:grpSpPr>
            <p:sp>
              <p:nvSpPr>
                <p:cNvPr id="131" name="Rectángulo 130">
                  <a:extLst>
                    <a:ext uri="{FF2B5EF4-FFF2-40B4-BE49-F238E27FC236}">
                      <a16:creationId xmlns:a16="http://schemas.microsoft.com/office/drawing/2014/main" id="{66A56C7B-3BF4-1A16-0E05-5AF7CE7A3FA2}"/>
                    </a:ext>
                  </a:extLst>
                </p:cNvPr>
                <p:cNvSpPr/>
                <p:nvPr/>
              </p:nvSpPr>
              <p:spPr>
                <a:xfrm>
                  <a:off x="2597150" y="41910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825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82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2" name="Rectángulo 131">
                  <a:extLst>
                    <a:ext uri="{FF2B5EF4-FFF2-40B4-BE49-F238E27FC236}">
                      <a16:creationId xmlns:a16="http://schemas.microsoft.com/office/drawing/2014/main" id="{74163966-50F6-07A6-1848-738E01EACB18}"/>
                    </a:ext>
                  </a:extLst>
                </p:cNvPr>
                <p:cNvSpPr/>
                <p:nvPr/>
              </p:nvSpPr>
              <p:spPr>
                <a:xfrm>
                  <a:off x="2432050" y="44577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825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82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3" name="Rectángulo 132">
                  <a:extLst>
                    <a:ext uri="{FF2B5EF4-FFF2-40B4-BE49-F238E27FC236}">
                      <a16:creationId xmlns:a16="http://schemas.microsoft.com/office/drawing/2014/main" id="{776ACCC3-AA10-B815-0944-764054E89973}"/>
                    </a:ext>
                  </a:extLst>
                </p:cNvPr>
                <p:cNvSpPr/>
                <p:nvPr/>
              </p:nvSpPr>
              <p:spPr>
                <a:xfrm>
                  <a:off x="2597150" y="4819650"/>
                  <a:ext cx="889000" cy="15875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600" dirty="0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CACHE</a:t>
                  </a:r>
                  <a:endParaRPr lang="es-ES" sz="67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grpSp>
              <p:nvGrpSpPr>
                <p:cNvPr id="134" name="Grupo 133">
                  <a:extLst>
                    <a:ext uri="{FF2B5EF4-FFF2-40B4-BE49-F238E27FC236}">
                      <a16:creationId xmlns:a16="http://schemas.microsoft.com/office/drawing/2014/main" id="{06B5B93F-ABFB-827E-BA9D-405BF8093540}"/>
                    </a:ext>
                  </a:extLst>
                </p:cNvPr>
                <p:cNvGrpSpPr/>
                <p:nvPr/>
              </p:nvGrpSpPr>
              <p:grpSpPr>
                <a:xfrm>
                  <a:off x="2514195" y="5140295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145" name="Grupo 144">
                    <a:extLst>
                      <a:ext uri="{FF2B5EF4-FFF2-40B4-BE49-F238E27FC236}">
                        <a16:creationId xmlns:a16="http://schemas.microsoft.com/office/drawing/2014/main" id="{481CA0FA-0B03-204B-7D6F-359951005B32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52" name="Rectángulo 151">
                      <a:extLst>
                        <a:ext uri="{FF2B5EF4-FFF2-40B4-BE49-F238E27FC236}">
                          <a16:creationId xmlns:a16="http://schemas.microsoft.com/office/drawing/2014/main" id="{2A12C626-33BF-3B55-81B1-1525C1BC36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53" name="CuadroTexto 152">
                      <a:extLst>
                        <a:ext uri="{FF2B5EF4-FFF2-40B4-BE49-F238E27FC236}">
                          <a16:creationId xmlns:a16="http://schemas.microsoft.com/office/drawing/2014/main" id="{6A30D295-2D86-C6BE-CCDD-832460F2AF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46" name="Grupo 145">
                    <a:extLst>
                      <a:ext uri="{FF2B5EF4-FFF2-40B4-BE49-F238E27FC236}">
                        <a16:creationId xmlns:a16="http://schemas.microsoft.com/office/drawing/2014/main" id="{5B80FE46-E7E4-1A6D-0FB6-AFB8EFD06C1B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50" name="Rectángulo 149">
                      <a:extLst>
                        <a:ext uri="{FF2B5EF4-FFF2-40B4-BE49-F238E27FC236}">
                          <a16:creationId xmlns:a16="http://schemas.microsoft.com/office/drawing/2014/main" id="{ED1C61BD-E933-CFC4-6A3F-FDEEEC89D7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51" name="CuadroTexto 150">
                      <a:extLst>
                        <a:ext uri="{FF2B5EF4-FFF2-40B4-BE49-F238E27FC236}">
                          <a16:creationId xmlns:a16="http://schemas.microsoft.com/office/drawing/2014/main" id="{8545B17F-06A3-530C-8BAF-F448D4E95EF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47" name="Grupo 146">
                    <a:extLst>
                      <a:ext uri="{FF2B5EF4-FFF2-40B4-BE49-F238E27FC236}">
                        <a16:creationId xmlns:a16="http://schemas.microsoft.com/office/drawing/2014/main" id="{9EB2240F-DA5A-931B-CDAB-270805494C30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48" name="Rectángulo 147">
                      <a:extLst>
                        <a:ext uri="{FF2B5EF4-FFF2-40B4-BE49-F238E27FC236}">
                          <a16:creationId xmlns:a16="http://schemas.microsoft.com/office/drawing/2014/main" id="{96E7ABDF-0EE5-4147-B8BE-F6BDA62817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49" name="CuadroTexto 148">
                      <a:extLst>
                        <a:ext uri="{FF2B5EF4-FFF2-40B4-BE49-F238E27FC236}">
                          <a16:creationId xmlns:a16="http://schemas.microsoft.com/office/drawing/2014/main" id="{41985289-9D1B-4378-9331-53F2A66298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  <p:grpSp>
              <p:nvGrpSpPr>
                <p:cNvPr id="135" name="Grupo 134">
                  <a:extLst>
                    <a:ext uri="{FF2B5EF4-FFF2-40B4-BE49-F238E27FC236}">
                      <a16:creationId xmlns:a16="http://schemas.microsoft.com/office/drawing/2014/main" id="{F71A5E8F-96D3-AEA3-651E-B77E949026A8}"/>
                    </a:ext>
                  </a:extLst>
                </p:cNvPr>
                <p:cNvGrpSpPr/>
                <p:nvPr/>
              </p:nvGrpSpPr>
              <p:grpSpPr>
                <a:xfrm>
                  <a:off x="2512322" y="5411742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136" name="Grupo 135">
                    <a:extLst>
                      <a:ext uri="{FF2B5EF4-FFF2-40B4-BE49-F238E27FC236}">
                        <a16:creationId xmlns:a16="http://schemas.microsoft.com/office/drawing/2014/main" id="{80DD4AEA-AF67-8AE0-4653-C0F964D6F327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43" name="Rectángulo 142">
                      <a:extLst>
                        <a:ext uri="{FF2B5EF4-FFF2-40B4-BE49-F238E27FC236}">
                          <a16:creationId xmlns:a16="http://schemas.microsoft.com/office/drawing/2014/main" id="{F37B32A4-51D8-0AC8-184C-46E237F5C7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44" name="CuadroTexto 143">
                      <a:extLst>
                        <a:ext uri="{FF2B5EF4-FFF2-40B4-BE49-F238E27FC236}">
                          <a16:creationId xmlns:a16="http://schemas.microsoft.com/office/drawing/2014/main" id="{90BA6AE2-EEA3-B2C1-784D-D0AB6A176F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37" name="Grupo 136">
                    <a:extLst>
                      <a:ext uri="{FF2B5EF4-FFF2-40B4-BE49-F238E27FC236}">
                        <a16:creationId xmlns:a16="http://schemas.microsoft.com/office/drawing/2014/main" id="{6DB9956A-66C6-9DB7-37F1-C9625C4698DB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41" name="Rectángulo 140">
                      <a:extLst>
                        <a:ext uri="{FF2B5EF4-FFF2-40B4-BE49-F238E27FC236}">
                          <a16:creationId xmlns:a16="http://schemas.microsoft.com/office/drawing/2014/main" id="{93D09399-BAB0-7A51-C3B0-4E686E72A2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42" name="CuadroTexto 141">
                      <a:extLst>
                        <a:ext uri="{FF2B5EF4-FFF2-40B4-BE49-F238E27FC236}">
                          <a16:creationId xmlns:a16="http://schemas.microsoft.com/office/drawing/2014/main" id="{CF19EF56-66E8-31B9-2482-D8A2864B40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38" name="Grupo 137">
                    <a:extLst>
                      <a:ext uri="{FF2B5EF4-FFF2-40B4-BE49-F238E27FC236}">
                        <a16:creationId xmlns:a16="http://schemas.microsoft.com/office/drawing/2014/main" id="{D5A48EB2-096D-2802-D725-FA05651E3EE6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39" name="Rectángulo 138">
                      <a:extLst>
                        <a:ext uri="{FF2B5EF4-FFF2-40B4-BE49-F238E27FC236}">
                          <a16:creationId xmlns:a16="http://schemas.microsoft.com/office/drawing/2014/main" id="{A73FB2F5-00F9-7616-13F9-4FB8EF65DB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40" name="CuadroTexto 139">
                      <a:extLst>
                        <a:ext uri="{FF2B5EF4-FFF2-40B4-BE49-F238E27FC236}">
                          <a16:creationId xmlns:a16="http://schemas.microsoft.com/office/drawing/2014/main" id="{641026F4-DD2B-821A-6A3F-78AA6CC183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</p:grpSp>
        </p:grpSp>
        <p:sp>
          <p:nvSpPr>
            <p:cNvPr id="128" name="CuadroTexto 127">
              <a:extLst>
                <a:ext uri="{FF2B5EF4-FFF2-40B4-BE49-F238E27FC236}">
                  <a16:creationId xmlns:a16="http://schemas.microsoft.com/office/drawing/2014/main" id="{871C343C-57FC-F1D6-CD00-7BD8A39C82E8}"/>
                </a:ext>
              </a:extLst>
            </p:cNvPr>
            <p:cNvSpPr txBox="1"/>
            <p:nvPr/>
          </p:nvSpPr>
          <p:spPr>
            <a:xfrm>
              <a:off x="2893849" y="3605525"/>
              <a:ext cx="638811" cy="2667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700" b="1" dirty="0" err="1"/>
                <a:t>Node</a:t>
              </a:r>
              <a:r>
                <a:rPr lang="es-ES" sz="700" b="1" dirty="0"/>
                <a:t> 3</a:t>
              </a:r>
            </a:p>
          </p:txBody>
        </p:sp>
      </p:grpSp>
      <p:cxnSp>
        <p:nvCxnSpPr>
          <p:cNvPr id="155" name="Conector recto de flecha 154">
            <a:extLst>
              <a:ext uri="{FF2B5EF4-FFF2-40B4-BE49-F238E27FC236}">
                <a16:creationId xmlns:a16="http://schemas.microsoft.com/office/drawing/2014/main" id="{CC672635-053A-B4E0-B41C-72692E8D1229}"/>
              </a:ext>
            </a:extLst>
          </p:cNvPr>
          <p:cNvCxnSpPr>
            <a:stCxn id="4" idx="2"/>
            <a:endCxn id="7" idx="0"/>
          </p:cNvCxnSpPr>
          <p:nvPr/>
        </p:nvCxnSpPr>
        <p:spPr>
          <a:xfrm flipH="1">
            <a:off x="4262118" y="1940393"/>
            <a:ext cx="1" cy="27916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ector recto de flecha 156">
            <a:extLst>
              <a:ext uri="{FF2B5EF4-FFF2-40B4-BE49-F238E27FC236}">
                <a16:creationId xmlns:a16="http://schemas.microsoft.com/office/drawing/2014/main" id="{20084B3B-67B2-C3A9-72AF-8EDD20E8EE26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4262118" y="2487530"/>
            <a:ext cx="121" cy="216596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ector: curvado 168">
            <a:extLst>
              <a:ext uri="{FF2B5EF4-FFF2-40B4-BE49-F238E27FC236}">
                <a16:creationId xmlns:a16="http://schemas.microsoft.com/office/drawing/2014/main" id="{6B2BADFD-32A8-E8D2-A1CA-938FB9C5D8BB}"/>
              </a:ext>
            </a:extLst>
          </p:cNvPr>
          <p:cNvCxnSpPr>
            <a:stCxn id="9" idx="4"/>
            <a:endCxn id="93" idx="0"/>
          </p:cNvCxnSpPr>
          <p:nvPr/>
        </p:nvCxnSpPr>
        <p:spPr>
          <a:xfrm rot="5400000">
            <a:off x="3068589" y="2321052"/>
            <a:ext cx="546317" cy="1840984"/>
          </a:xfrm>
          <a:prstGeom prst="curved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ector: curvado 169">
            <a:extLst>
              <a:ext uri="{FF2B5EF4-FFF2-40B4-BE49-F238E27FC236}">
                <a16:creationId xmlns:a16="http://schemas.microsoft.com/office/drawing/2014/main" id="{29167F1D-5A6E-0DE7-7BFC-358A82905251}"/>
              </a:ext>
            </a:extLst>
          </p:cNvPr>
          <p:cNvCxnSpPr>
            <a:cxnSpLocks/>
            <a:stCxn id="9" idx="4"/>
            <a:endCxn id="126" idx="0"/>
          </p:cNvCxnSpPr>
          <p:nvPr/>
        </p:nvCxnSpPr>
        <p:spPr>
          <a:xfrm rot="16200000" flipH="1">
            <a:off x="4931087" y="2299537"/>
            <a:ext cx="525354" cy="1863051"/>
          </a:xfrm>
          <a:prstGeom prst="curved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ector recto de flecha 172">
            <a:extLst>
              <a:ext uri="{FF2B5EF4-FFF2-40B4-BE49-F238E27FC236}">
                <a16:creationId xmlns:a16="http://schemas.microsoft.com/office/drawing/2014/main" id="{D83F93FE-C4A6-C093-FDF3-4277953999AF}"/>
              </a:ext>
            </a:extLst>
          </p:cNvPr>
          <p:cNvCxnSpPr>
            <a:cxnSpLocks/>
            <a:stCxn id="9" idx="4"/>
            <a:endCxn id="97" idx="0"/>
          </p:cNvCxnSpPr>
          <p:nvPr/>
        </p:nvCxnSpPr>
        <p:spPr>
          <a:xfrm>
            <a:off x="4262239" y="2968386"/>
            <a:ext cx="11194" cy="51003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CuadroTexto 177">
            <a:extLst>
              <a:ext uri="{FF2B5EF4-FFF2-40B4-BE49-F238E27FC236}">
                <a16:creationId xmlns:a16="http://schemas.microsoft.com/office/drawing/2014/main" id="{39073C5A-B954-D9AE-6FAC-5C2891ACDE9E}"/>
              </a:ext>
            </a:extLst>
          </p:cNvPr>
          <p:cNvSpPr txBox="1"/>
          <p:nvPr/>
        </p:nvSpPr>
        <p:spPr>
          <a:xfrm>
            <a:off x="3687726" y="1218419"/>
            <a:ext cx="1172324" cy="30008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s-ES" sz="1350" b="1" dirty="0">
                <a:solidFill>
                  <a:schemeClr val="bg1"/>
                </a:solidFill>
                <a:latin typeface="Montserrat" panose="00000500000000000000" pitchFamily="2" charset="0"/>
              </a:rPr>
              <a:t>CLUSTER</a:t>
            </a:r>
          </a:p>
        </p:txBody>
      </p:sp>
      <p:grpSp>
        <p:nvGrpSpPr>
          <p:cNvPr id="182" name="Grupo 181">
            <a:extLst>
              <a:ext uri="{FF2B5EF4-FFF2-40B4-BE49-F238E27FC236}">
                <a16:creationId xmlns:a16="http://schemas.microsoft.com/office/drawing/2014/main" id="{46A979F1-D0CC-4E12-F7D3-7D986F30BA20}"/>
              </a:ext>
            </a:extLst>
          </p:cNvPr>
          <p:cNvGrpSpPr/>
          <p:nvPr/>
        </p:nvGrpSpPr>
        <p:grpSpPr>
          <a:xfrm>
            <a:off x="4947013" y="1185427"/>
            <a:ext cx="2042228" cy="591653"/>
            <a:chOff x="219770" y="857050"/>
            <a:chExt cx="2722971" cy="788870"/>
          </a:xfrm>
        </p:grpSpPr>
        <p:sp>
          <p:nvSpPr>
            <p:cNvPr id="180" name="Rectángulo: esquinas redondeadas 179">
              <a:extLst>
                <a:ext uri="{FF2B5EF4-FFF2-40B4-BE49-F238E27FC236}">
                  <a16:creationId xmlns:a16="http://schemas.microsoft.com/office/drawing/2014/main" id="{8F63B82B-0C4E-FCD3-940B-FAA81469FBDE}"/>
                </a:ext>
              </a:extLst>
            </p:cNvPr>
            <p:cNvSpPr/>
            <p:nvPr/>
          </p:nvSpPr>
          <p:spPr>
            <a:xfrm>
              <a:off x="219770" y="900965"/>
              <a:ext cx="762000" cy="245030"/>
            </a:xfrm>
            <a:prstGeom prst="roundRect">
              <a:avLst>
                <a:gd name="adj" fmla="val 50000"/>
              </a:avLst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675" b="1" dirty="0" err="1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Cluster</a:t>
              </a:r>
              <a:endParaRPr lang="es-ES" sz="788" b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81" name="Rectángulo: esquinas redondeadas 180">
              <a:extLst>
                <a:ext uri="{FF2B5EF4-FFF2-40B4-BE49-F238E27FC236}">
                  <a16:creationId xmlns:a16="http://schemas.microsoft.com/office/drawing/2014/main" id="{BE278D4A-24FA-5D35-43A3-9C43E496EDC9}"/>
                </a:ext>
              </a:extLst>
            </p:cNvPr>
            <p:cNvSpPr/>
            <p:nvPr/>
          </p:nvSpPr>
          <p:spPr>
            <a:xfrm>
              <a:off x="921532" y="1031724"/>
              <a:ext cx="2021209" cy="614196"/>
            </a:xfrm>
            <a:prstGeom prst="roundRect">
              <a:avLst>
                <a:gd name="adj" fmla="val 8000"/>
              </a:avLst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600" b="1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Conjunto de máquinas virtuales </a:t>
              </a:r>
              <a:r>
                <a:rPr lang="es-ES" sz="600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gestionadas por </a:t>
              </a:r>
              <a:r>
                <a:rPr lang="es-ES" sz="600" dirty="0" err="1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Databricks</a:t>
              </a:r>
              <a:r>
                <a:rPr lang="es-ES" sz="600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/Spark para ejecutar trabajos distribuidos.</a:t>
              </a:r>
              <a:endParaRPr lang="es-ES" sz="750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79" name="Elipse 178">
              <a:extLst>
                <a:ext uri="{FF2B5EF4-FFF2-40B4-BE49-F238E27FC236}">
                  <a16:creationId xmlns:a16="http://schemas.microsoft.com/office/drawing/2014/main" id="{B83648DB-2F6F-0F1F-685C-4DA98C98425B}"/>
                </a:ext>
              </a:extLst>
            </p:cNvPr>
            <p:cNvSpPr/>
            <p:nvPr/>
          </p:nvSpPr>
          <p:spPr>
            <a:xfrm>
              <a:off x="815340" y="857050"/>
              <a:ext cx="332860" cy="332860"/>
            </a:xfrm>
            <a:prstGeom prst="ellipse">
              <a:avLst/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200" b="1" dirty="0">
                  <a:solidFill>
                    <a:schemeClr val="bg1">
                      <a:lumMod val="50000"/>
                    </a:schemeClr>
                  </a:solidFill>
                </a:rPr>
                <a:t>?</a:t>
              </a: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82B5B447-62BC-F5D6-478A-BA45F7552CD0}"/>
              </a:ext>
            </a:extLst>
          </p:cNvPr>
          <p:cNvGrpSpPr/>
          <p:nvPr/>
        </p:nvGrpSpPr>
        <p:grpSpPr>
          <a:xfrm>
            <a:off x="1380854" y="1510750"/>
            <a:ext cx="1932656" cy="528812"/>
            <a:chOff x="219770" y="857050"/>
            <a:chExt cx="2576875" cy="705082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628B3E48-562C-D276-9F28-376E730CC796}"/>
                </a:ext>
              </a:extLst>
            </p:cNvPr>
            <p:cNvSpPr/>
            <p:nvPr/>
          </p:nvSpPr>
          <p:spPr>
            <a:xfrm>
              <a:off x="219770" y="900965"/>
              <a:ext cx="762000" cy="245030"/>
            </a:xfrm>
            <a:prstGeom prst="roundRect">
              <a:avLst>
                <a:gd name="adj" fmla="val 50000"/>
              </a:avLst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675" b="1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Driver</a:t>
              </a:r>
              <a:endParaRPr lang="es-ES" sz="788" b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6C67CEC6-4AF0-EC32-273D-19794E7D2C2B}"/>
                </a:ext>
              </a:extLst>
            </p:cNvPr>
            <p:cNvSpPr/>
            <p:nvPr/>
          </p:nvSpPr>
          <p:spPr>
            <a:xfrm>
              <a:off x="921533" y="1031724"/>
              <a:ext cx="1875112" cy="530408"/>
            </a:xfrm>
            <a:prstGeom prst="roundRect">
              <a:avLst>
                <a:gd name="adj" fmla="val 8000"/>
              </a:avLst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600" b="1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   Nodo que coordina </a:t>
              </a:r>
              <a:r>
                <a:rPr lang="es-ES" sz="600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el trabajo: planifica, optimiza, crea el DAG y envía tareas a los </a:t>
              </a:r>
              <a:r>
                <a:rPr lang="es-ES" sz="600" dirty="0" err="1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Workers</a:t>
              </a:r>
              <a:r>
                <a:rPr lang="es-ES" sz="600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.</a:t>
              </a:r>
              <a:endParaRPr lang="es-ES" sz="750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3550AB40-E8A4-5C6B-375D-90CE95AC1F06}"/>
                </a:ext>
              </a:extLst>
            </p:cNvPr>
            <p:cNvSpPr/>
            <p:nvPr/>
          </p:nvSpPr>
          <p:spPr>
            <a:xfrm>
              <a:off x="815340" y="857050"/>
              <a:ext cx="332860" cy="332860"/>
            </a:xfrm>
            <a:prstGeom prst="ellipse">
              <a:avLst/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200" b="1" dirty="0">
                  <a:solidFill>
                    <a:schemeClr val="bg1">
                      <a:lumMod val="50000"/>
                    </a:schemeClr>
                  </a:solidFill>
                </a:rPr>
                <a:t>?</a:t>
              </a:r>
            </a:p>
          </p:txBody>
        </p:sp>
      </p:grpSp>
      <p:sp>
        <p:nvSpPr>
          <p:cNvPr id="8" name="Estrella: 5 puntas 7">
            <a:extLst>
              <a:ext uri="{FF2B5EF4-FFF2-40B4-BE49-F238E27FC236}">
                <a16:creationId xmlns:a16="http://schemas.microsoft.com/office/drawing/2014/main" id="{2CDAB205-DF76-9657-36BB-3F7D85A9838E}"/>
              </a:ext>
            </a:extLst>
          </p:cNvPr>
          <p:cNvSpPr/>
          <p:nvPr/>
        </p:nvSpPr>
        <p:spPr>
          <a:xfrm>
            <a:off x="1413412" y="1796907"/>
            <a:ext cx="113846" cy="96949"/>
          </a:xfrm>
          <a:prstGeom prst="star5">
            <a:avLst/>
          </a:prstGeom>
          <a:solidFill>
            <a:srgbClr val="FFFF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419081E-F8E0-2B48-2E97-D824DA51699E}"/>
              </a:ext>
            </a:extLst>
          </p:cNvPr>
          <p:cNvSpPr txBox="1"/>
          <p:nvPr/>
        </p:nvSpPr>
        <p:spPr>
          <a:xfrm>
            <a:off x="1479545" y="1766275"/>
            <a:ext cx="8472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dirty="0">
                <a:latin typeface="Montserrat" panose="00000500000000000000" pitchFamily="2" charset="0"/>
              </a:rPr>
              <a:t>Pandas</a:t>
            </a:r>
            <a:endParaRPr lang="es-ES" sz="1350" dirty="0">
              <a:latin typeface="Montserrat" panose="00000500000000000000" pitchFamily="2" charset="0"/>
            </a:endParaRPr>
          </a:p>
        </p:txBody>
      </p:sp>
      <p:sp>
        <p:nvSpPr>
          <p:cNvPr id="18" name="Google Shape;274;g35ee5cc475b_0_15">
            <a:extLst>
              <a:ext uri="{FF2B5EF4-FFF2-40B4-BE49-F238E27FC236}">
                <a16:creationId xmlns:a16="http://schemas.microsoft.com/office/drawing/2014/main" id="{ECCED92C-3819-10FC-074F-4E39E2C8D8A1}"/>
              </a:ext>
            </a:extLst>
          </p:cNvPr>
          <p:cNvSpPr txBox="1">
            <a:spLocks/>
          </p:cNvSpPr>
          <p:nvPr/>
        </p:nvSpPr>
        <p:spPr>
          <a:xfrm>
            <a:off x="249893" y="362215"/>
            <a:ext cx="5915025" cy="407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Clusters</a:t>
            </a:r>
            <a:r>
              <a:rPr lang="es-ES" sz="18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18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¿Qué es?</a:t>
            </a:r>
          </a:p>
        </p:txBody>
      </p:sp>
    </p:spTree>
    <p:extLst>
      <p:ext uri="{BB962C8B-B14F-4D97-AF65-F5344CB8AC3E}">
        <p14:creationId xmlns:p14="http://schemas.microsoft.com/office/powerpoint/2010/main" val="3975340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74;g35ee5cc475b_0_15">
            <a:extLst>
              <a:ext uri="{FF2B5EF4-FFF2-40B4-BE49-F238E27FC236}">
                <a16:creationId xmlns:a16="http://schemas.microsoft.com/office/drawing/2014/main" id="{EBCE5E87-0E17-DA23-8ECF-8793F3FA137C}"/>
              </a:ext>
            </a:extLst>
          </p:cNvPr>
          <p:cNvSpPr txBox="1">
            <a:spLocks/>
          </p:cNvSpPr>
          <p:nvPr/>
        </p:nvSpPr>
        <p:spPr>
          <a:xfrm>
            <a:off x="249893" y="362215"/>
            <a:ext cx="5915025" cy="407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Clusters</a:t>
            </a:r>
            <a:r>
              <a:rPr lang="es-ES" sz="18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18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Modos de Acceso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04F94761-1355-14F9-D165-59C8AAF202B2}"/>
              </a:ext>
            </a:extLst>
          </p:cNvPr>
          <p:cNvGrpSpPr/>
          <p:nvPr/>
        </p:nvGrpSpPr>
        <p:grpSpPr>
          <a:xfrm>
            <a:off x="6396511" y="2063480"/>
            <a:ext cx="2497586" cy="2709153"/>
            <a:chOff x="8528682" y="1608307"/>
            <a:chExt cx="3330114" cy="3612204"/>
          </a:xfrm>
        </p:grpSpPr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8250FD22-7927-1619-36B7-7125FD52895A}"/>
                </a:ext>
              </a:extLst>
            </p:cNvPr>
            <p:cNvSpPr/>
            <p:nvPr/>
          </p:nvSpPr>
          <p:spPr>
            <a:xfrm>
              <a:off x="8528682" y="1608307"/>
              <a:ext cx="3191082" cy="3612204"/>
            </a:xfrm>
            <a:prstGeom prst="roundRect">
              <a:avLst>
                <a:gd name="adj" fmla="val 5303"/>
              </a:avLst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" sz="1350" dirty="0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59B1AB18-F3CA-16E8-7BD8-FB8515DFFE77}"/>
                </a:ext>
              </a:extLst>
            </p:cNvPr>
            <p:cNvSpPr txBox="1"/>
            <p:nvPr/>
          </p:nvSpPr>
          <p:spPr>
            <a:xfrm>
              <a:off x="8528683" y="1692404"/>
              <a:ext cx="3191082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No Isolation Shared Access Mode</a:t>
              </a:r>
              <a:endParaRPr lang="es-ES" sz="12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CB5EE87F-0CBD-1A9F-66FF-EF625BB1A818}"/>
                </a:ext>
              </a:extLst>
            </p:cNvPr>
            <p:cNvSpPr txBox="1"/>
            <p:nvPr/>
          </p:nvSpPr>
          <p:spPr>
            <a:xfrm>
              <a:off x="8667714" y="2767279"/>
              <a:ext cx="2913018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Todos los usuarios comparten la </a:t>
              </a:r>
              <a:r>
                <a:rPr lang="es-ES" sz="75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misma identidad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 técnica.</a:t>
              </a:r>
            </a:p>
            <a:p>
              <a:pPr marL="128588" indent="-128588">
                <a:buFont typeface="Arial" panose="020B0604020202020204" pitchFamily="34" charset="0"/>
                <a:buChar char="•"/>
              </a:pPr>
              <a:endParaRPr lang="es-ES" sz="7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s-ES" sz="75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No hay control de credenciales 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individuales.</a:t>
              </a:r>
            </a:p>
            <a:p>
              <a:pPr marL="128588" indent="-128588">
                <a:buFont typeface="Arial" panose="020B0604020202020204" pitchFamily="34" charset="0"/>
                <a:buChar char="•"/>
              </a:pPr>
              <a:endParaRPr lang="es-ES" sz="7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s-ES" sz="75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No soporta Unity </a:t>
              </a:r>
              <a:r>
                <a:rPr lang="es-ES" sz="75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Catalog</a:t>
              </a:r>
              <a:r>
                <a:rPr lang="es-ES" sz="75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ni </a:t>
              </a:r>
              <a:r>
                <a:rPr lang="es-ES" sz="75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passthrough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.</a:t>
              </a:r>
              <a:endParaRPr lang="es-ES" sz="900" dirty="0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4CAEB5E4-6201-BE1F-87DF-17BED1978709}"/>
                </a:ext>
              </a:extLst>
            </p:cNvPr>
            <p:cNvSpPr txBox="1"/>
            <p:nvPr/>
          </p:nvSpPr>
          <p:spPr>
            <a:xfrm>
              <a:off x="8667714" y="4514214"/>
              <a:ext cx="3191082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675" dirty="0">
                  <a:solidFill>
                    <a:schemeClr val="bg1"/>
                  </a:solidFill>
                  <a:latin typeface="Montserrat" panose="00000500000000000000" pitchFamily="2" charset="0"/>
                </a:rPr>
                <a:t>=&gt; Ejemplo de contexto:</a:t>
              </a:r>
              <a:br>
                <a:rPr lang="es-ES" sz="675" dirty="0">
                  <a:solidFill>
                    <a:schemeClr val="bg1"/>
                  </a:solidFill>
                  <a:latin typeface="Montserrat" panose="00000500000000000000" pitchFamily="2" charset="0"/>
                </a:rPr>
              </a:br>
              <a:r>
                <a:rPr lang="es-ES" sz="675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"Uso un </a:t>
              </a:r>
              <a:r>
                <a:rPr lang="es-ES" sz="675" i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cluster</a:t>
              </a:r>
              <a:r>
                <a:rPr lang="es-ES" sz="675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antiguo para pruebas rápidas con datos no sensibles."</a:t>
              </a:r>
              <a:endParaRPr lang="es-ES" sz="675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43" name="Imagen 42" descr="Icono&#10;&#10;El contenido generado por IA puede ser incorrecto.">
            <a:extLst>
              <a:ext uri="{FF2B5EF4-FFF2-40B4-BE49-F238E27FC236}">
                <a16:creationId xmlns:a16="http://schemas.microsoft.com/office/drawing/2014/main" id="{9E70179F-536C-62BE-9FDF-E60D548BC7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4500" y="2519328"/>
            <a:ext cx="325244" cy="325244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4E0C67C7-90D7-3484-39ED-854CAA537D67}"/>
              </a:ext>
            </a:extLst>
          </p:cNvPr>
          <p:cNvGrpSpPr/>
          <p:nvPr/>
        </p:nvGrpSpPr>
        <p:grpSpPr>
          <a:xfrm>
            <a:off x="354177" y="2063480"/>
            <a:ext cx="2393312" cy="2709153"/>
            <a:chOff x="8667714" y="1608307"/>
            <a:chExt cx="3191082" cy="3612204"/>
          </a:xfrm>
        </p:grpSpPr>
        <p:sp>
          <p:nvSpPr>
            <p:cNvPr id="23" name="Rectángulo: esquinas redondeadas 22">
              <a:extLst>
                <a:ext uri="{FF2B5EF4-FFF2-40B4-BE49-F238E27FC236}">
                  <a16:creationId xmlns:a16="http://schemas.microsoft.com/office/drawing/2014/main" id="{2BF55CAF-8453-3308-0031-52B2464AEC0B}"/>
                </a:ext>
              </a:extLst>
            </p:cNvPr>
            <p:cNvSpPr/>
            <p:nvPr/>
          </p:nvSpPr>
          <p:spPr>
            <a:xfrm>
              <a:off x="8667714" y="1608307"/>
              <a:ext cx="3191082" cy="3612204"/>
            </a:xfrm>
            <a:prstGeom prst="roundRect">
              <a:avLst>
                <a:gd name="adj" fmla="val 5303"/>
              </a:avLst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" sz="1350" dirty="0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95AD7E52-7A4D-0B6D-33E2-C18E88E31242}"/>
                </a:ext>
              </a:extLst>
            </p:cNvPr>
            <p:cNvSpPr txBox="1"/>
            <p:nvPr/>
          </p:nvSpPr>
          <p:spPr>
            <a:xfrm>
              <a:off x="8806745" y="1659770"/>
              <a:ext cx="2913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Single </a:t>
              </a:r>
              <a:r>
                <a:rPr lang="es-ES" sz="120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User</a:t>
              </a:r>
              <a:r>
                <a:rPr lang="es-ES" sz="12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Access </a:t>
              </a:r>
              <a:r>
                <a:rPr lang="es-ES" sz="120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Mode</a:t>
              </a:r>
              <a:endParaRPr lang="es-ES" sz="12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8695AC74-C817-10AB-7317-9C33A166BA02}"/>
                </a:ext>
              </a:extLst>
            </p:cNvPr>
            <p:cNvSpPr txBox="1"/>
            <p:nvPr/>
          </p:nvSpPr>
          <p:spPr>
            <a:xfrm>
              <a:off x="8715953" y="2767280"/>
              <a:ext cx="2913018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s-ES" sz="75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Solo una identidad 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puede usarlo: el propietario.</a:t>
              </a:r>
              <a:b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</a:br>
              <a:endParaRPr lang="es-ES" sz="7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Autenticación y permisos controlados al 100% por </a:t>
              </a:r>
              <a:r>
                <a:rPr lang="es-ES" sz="75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Unity </a:t>
              </a:r>
              <a:r>
                <a:rPr lang="es-ES" sz="75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Catalog</a:t>
              </a:r>
              <a:r>
                <a:rPr lang="es-ES" sz="75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+ IAM.</a:t>
              </a:r>
              <a:b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</a:br>
              <a:endParaRPr lang="es-ES" sz="7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Ideal para </a:t>
              </a:r>
              <a:r>
                <a:rPr lang="es-ES" sz="75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seguridad alta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, acceso a datos sensibles, ML, </a:t>
              </a:r>
              <a:r>
                <a:rPr lang="es-ES" sz="75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Service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75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Principals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.</a:t>
              </a:r>
              <a:endParaRPr lang="es-ES" sz="900" dirty="0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C2F1CB6D-3E61-FAED-C3B9-325FDD9E1F78}"/>
                </a:ext>
              </a:extLst>
            </p:cNvPr>
            <p:cNvSpPr txBox="1"/>
            <p:nvPr/>
          </p:nvSpPr>
          <p:spPr>
            <a:xfrm>
              <a:off x="8667714" y="4514214"/>
              <a:ext cx="3191082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675" dirty="0">
                  <a:solidFill>
                    <a:schemeClr val="bg1"/>
                  </a:solidFill>
                  <a:latin typeface="Montserrat" panose="00000500000000000000" pitchFamily="2" charset="0"/>
                </a:rPr>
                <a:t>=&gt; Ejemplo de contexto:</a:t>
              </a:r>
              <a:br>
                <a:rPr lang="es-ES" sz="675" i="1" dirty="0">
                  <a:solidFill>
                    <a:schemeClr val="bg1"/>
                  </a:solidFill>
                  <a:latin typeface="Montserrat" panose="00000500000000000000" pitchFamily="2" charset="0"/>
                </a:rPr>
              </a:br>
              <a:r>
                <a:rPr lang="es-ES" sz="675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"Estoy desarrollando un modelo de ML con acceso a datos sensibles: </a:t>
              </a:r>
              <a:r>
                <a:rPr lang="es-ES" sz="675" i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cluster</a:t>
              </a:r>
              <a:r>
                <a:rPr lang="es-ES" sz="675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Single </a:t>
              </a:r>
              <a:r>
                <a:rPr lang="es-ES" sz="675" i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User</a:t>
              </a:r>
              <a:r>
                <a:rPr lang="es-ES" sz="675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."</a:t>
              </a:r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B9D49BDB-66F0-E180-E4F7-734B047D188C}"/>
              </a:ext>
            </a:extLst>
          </p:cNvPr>
          <p:cNvGrpSpPr/>
          <p:nvPr/>
        </p:nvGrpSpPr>
        <p:grpSpPr>
          <a:xfrm>
            <a:off x="3375344" y="2063480"/>
            <a:ext cx="2393312" cy="2709153"/>
            <a:chOff x="8667714" y="1608307"/>
            <a:chExt cx="3191082" cy="3612204"/>
          </a:xfrm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ADBA5893-224F-5352-4E40-BE15BD4E84C5}"/>
                </a:ext>
              </a:extLst>
            </p:cNvPr>
            <p:cNvSpPr/>
            <p:nvPr/>
          </p:nvSpPr>
          <p:spPr>
            <a:xfrm>
              <a:off x="8667714" y="1608307"/>
              <a:ext cx="3191082" cy="3612204"/>
            </a:xfrm>
            <a:prstGeom prst="roundRect">
              <a:avLst>
                <a:gd name="adj" fmla="val 5303"/>
              </a:avLst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" sz="1350" dirty="0"/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DCC0CCDC-07AA-C60A-3825-331CEA9B73B4}"/>
                </a:ext>
              </a:extLst>
            </p:cNvPr>
            <p:cNvSpPr txBox="1"/>
            <p:nvPr/>
          </p:nvSpPr>
          <p:spPr>
            <a:xfrm>
              <a:off x="9104994" y="1653870"/>
              <a:ext cx="24617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Shared</a:t>
              </a:r>
              <a:r>
                <a:rPr lang="es-ES" sz="12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Access </a:t>
              </a:r>
              <a:r>
                <a:rPr lang="es-ES" sz="120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Mode</a:t>
              </a:r>
              <a:endParaRPr lang="es-ES" sz="12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8B9D147A-1443-776D-DC76-2A7DB7B931B3}"/>
                </a:ext>
              </a:extLst>
            </p:cNvPr>
            <p:cNvSpPr txBox="1"/>
            <p:nvPr/>
          </p:nvSpPr>
          <p:spPr>
            <a:xfrm>
              <a:off x="8748379" y="2767279"/>
              <a:ext cx="2913018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s-ES" sz="75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Varias personas 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pueden usar el mismo </a:t>
              </a:r>
              <a:r>
                <a:rPr lang="es-ES" sz="75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cluster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.</a:t>
              </a:r>
            </a:p>
            <a:p>
              <a:pPr marL="128588" indent="-128588">
                <a:buFont typeface="Arial" panose="020B0604020202020204" pitchFamily="34" charset="0"/>
                <a:buChar char="•"/>
              </a:pPr>
              <a:endParaRPr lang="es-ES" sz="7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Cada notebook se ejecuta con la </a:t>
              </a:r>
              <a:r>
                <a:rPr lang="es-ES" sz="75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identidad real del usuario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.</a:t>
              </a:r>
            </a:p>
            <a:p>
              <a:pPr marL="128588" indent="-128588">
                <a:buFont typeface="Arial" panose="020B0604020202020204" pitchFamily="34" charset="0"/>
                <a:buChar char="•"/>
              </a:pPr>
              <a:endParaRPr lang="es-ES" sz="7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Permite </a:t>
              </a:r>
              <a:r>
                <a:rPr lang="es-ES" sz="75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colaboración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 y mantiene permisos individuales.</a:t>
              </a:r>
              <a:endParaRPr lang="es-ES" sz="900" dirty="0"/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28C9CE1C-78A2-0B2C-50EA-95D2E703C46D}"/>
                </a:ext>
              </a:extLst>
            </p:cNvPr>
            <p:cNvSpPr txBox="1"/>
            <p:nvPr/>
          </p:nvSpPr>
          <p:spPr>
            <a:xfrm>
              <a:off x="8667714" y="4514214"/>
              <a:ext cx="3191082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8588" indent="-128588">
                <a:buFont typeface="Symbol" panose="05050102010706020507" pitchFamily="18" charset="2"/>
                <a:buChar char="Þ"/>
              </a:pPr>
              <a:r>
                <a:rPr lang="es-ES" sz="675" dirty="0">
                  <a:solidFill>
                    <a:schemeClr val="bg1"/>
                  </a:solidFill>
                  <a:latin typeface="Montserrat" panose="00000500000000000000" pitchFamily="2" charset="0"/>
                </a:rPr>
                <a:t>Ejemplo de contexto:</a:t>
              </a:r>
            </a:p>
            <a:p>
              <a:r>
                <a:rPr lang="es-ES" sz="675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"Estamos editando notebooks en equipo y cada uno ve solo lo que tiene permiso—</a:t>
              </a:r>
              <a:r>
                <a:rPr lang="es-ES" sz="675" i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Shared</a:t>
              </a:r>
              <a:r>
                <a:rPr lang="es-ES" sz="675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675" i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Mode</a:t>
              </a:r>
              <a:r>
                <a:rPr lang="es-ES" sz="675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."</a:t>
              </a:r>
            </a:p>
          </p:txBody>
        </p:sp>
      </p:grpSp>
      <p:pic>
        <p:nvPicPr>
          <p:cNvPr id="33" name="Imagen 32" descr="Icono&#10;&#10;El contenido generado por IA puede ser incorrecto.">
            <a:extLst>
              <a:ext uri="{FF2B5EF4-FFF2-40B4-BE49-F238E27FC236}">
                <a16:creationId xmlns:a16="http://schemas.microsoft.com/office/drawing/2014/main" id="{305B746E-A3E0-AE97-ADA1-04B686C8EA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972" y="2521903"/>
            <a:ext cx="295676" cy="295676"/>
          </a:xfrm>
          <a:prstGeom prst="rect">
            <a:avLst/>
          </a:prstGeom>
        </p:spPr>
      </p:pic>
      <p:pic>
        <p:nvPicPr>
          <p:cNvPr id="35" name="Imagen 34" descr="Icono&#10;&#10;El contenido generado por IA puede ser incorrecto.">
            <a:extLst>
              <a:ext uri="{FF2B5EF4-FFF2-40B4-BE49-F238E27FC236}">
                <a16:creationId xmlns:a16="http://schemas.microsoft.com/office/drawing/2014/main" id="{B030FF2D-FF2E-CAB2-9BE4-D0CC3857E6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293" y="4564936"/>
            <a:ext cx="476191" cy="476191"/>
          </a:xfrm>
          <a:prstGeom prst="rect">
            <a:avLst/>
          </a:prstGeom>
        </p:spPr>
      </p:pic>
      <p:pic>
        <p:nvPicPr>
          <p:cNvPr id="37" name="Imagen 36" descr="Icono&#10;&#10;El contenido generado por IA puede ser incorrecto.">
            <a:extLst>
              <a:ext uri="{FF2B5EF4-FFF2-40B4-BE49-F238E27FC236}">
                <a16:creationId xmlns:a16="http://schemas.microsoft.com/office/drawing/2014/main" id="{EFBD8DB6-DE9B-B29A-62D0-9F306D43DD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378" y="2519327"/>
            <a:ext cx="325244" cy="325244"/>
          </a:xfrm>
          <a:prstGeom prst="rect">
            <a:avLst/>
          </a:prstGeom>
        </p:spPr>
      </p:pic>
      <p:pic>
        <p:nvPicPr>
          <p:cNvPr id="39" name="Imagen 38" descr="Un dibujo de una persona&#10;&#10;El contenido generado por IA puede ser incorrecto.">
            <a:extLst>
              <a:ext uri="{FF2B5EF4-FFF2-40B4-BE49-F238E27FC236}">
                <a16:creationId xmlns:a16="http://schemas.microsoft.com/office/drawing/2014/main" id="{58596F1F-1378-E80D-7979-99E8720947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215" y="5304597"/>
            <a:ext cx="476191" cy="47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137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AFE31-A139-6E19-2FDB-0F85D40AF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0CFC6BC-4153-2506-8BD4-4ED058EEA9D1}"/>
              </a:ext>
            </a:extLst>
          </p:cNvPr>
          <p:cNvSpPr txBox="1"/>
          <p:nvPr/>
        </p:nvSpPr>
        <p:spPr>
          <a:xfrm>
            <a:off x="3005826" y="2760676"/>
            <a:ext cx="31323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SPARK &amp; ARQUITECTURA UC</a:t>
            </a:r>
          </a:p>
        </p:txBody>
      </p:sp>
    </p:spTree>
    <p:extLst>
      <p:ext uri="{BB962C8B-B14F-4D97-AF65-F5344CB8AC3E}">
        <p14:creationId xmlns:p14="http://schemas.microsoft.com/office/powerpoint/2010/main" val="2185041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DC207-B2F5-4757-F34B-26504C75B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E965E18E-19E7-F3F4-E29A-2A544AD52D84}"/>
              </a:ext>
            </a:extLst>
          </p:cNvPr>
          <p:cNvGrpSpPr/>
          <p:nvPr/>
        </p:nvGrpSpPr>
        <p:grpSpPr>
          <a:xfrm>
            <a:off x="4644008" y="1772816"/>
            <a:ext cx="3960440" cy="3241721"/>
            <a:chOff x="395001" y="2473527"/>
            <a:chExt cx="3816959" cy="2224149"/>
          </a:xfrm>
        </p:grpSpPr>
        <p:sp>
          <p:nvSpPr>
            <p:cNvPr id="5" name="Google Shape;2204;p106">
              <a:extLst>
                <a:ext uri="{FF2B5EF4-FFF2-40B4-BE49-F238E27FC236}">
                  <a16:creationId xmlns:a16="http://schemas.microsoft.com/office/drawing/2014/main" id="{55D0B4F0-EA46-F99F-06F4-E2AC20B44B2C}"/>
                </a:ext>
              </a:extLst>
            </p:cNvPr>
            <p:cNvSpPr/>
            <p:nvPr/>
          </p:nvSpPr>
          <p:spPr>
            <a:xfrm>
              <a:off x="1909074" y="2473527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0B3E1362-6815-9AFB-C3DE-EEE38C37CB60}"/>
                </a:ext>
              </a:extLst>
            </p:cNvPr>
            <p:cNvSpPr txBox="1"/>
            <p:nvPr/>
          </p:nvSpPr>
          <p:spPr>
            <a:xfrm>
              <a:off x="1889154" y="2539961"/>
              <a:ext cx="8640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METASTORE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Google Shape;2204;p106">
              <a:extLst>
                <a:ext uri="{FF2B5EF4-FFF2-40B4-BE49-F238E27FC236}">
                  <a16:creationId xmlns:a16="http://schemas.microsoft.com/office/drawing/2014/main" id="{5411CB6E-3DF9-8A3B-644D-A5364E7F0A4B}"/>
                </a:ext>
              </a:extLst>
            </p:cNvPr>
            <p:cNvSpPr/>
            <p:nvPr/>
          </p:nvSpPr>
          <p:spPr>
            <a:xfrm>
              <a:off x="1909074" y="3017535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D182A5E1-57C4-FA51-EE2F-76F2E3BD50E5}"/>
                </a:ext>
              </a:extLst>
            </p:cNvPr>
            <p:cNvSpPr txBox="1"/>
            <p:nvPr/>
          </p:nvSpPr>
          <p:spPr>
            <a:xfrm>
              <a:off x="1909074" y="3097903"/>
              <a:ext cx="79208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CATALOG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" name="Google Shape;2204;p106">
              <a:extLst>
                <a:ext uri="{FF2B5EF4-FFF2-40B4-BE49-F238E27FC236}">
                  <a16:creationId xmlns:a16="http://schemas.microsoft.com/office/drawing/2014/main" id="{33820760-7E40-527F-01F7-5B0E6377E939}"/>
                </a:ext>
              </a:extLst>
            </p:cNvPr>
            <p:cNvSpPr/>
            <p:nvPr/>
          </p:nvSpPr>
          <p:spPr>
            <a:xfrm>
              <a:off x="1907169" y="3604604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69FB0A2F-D5EB-0B1E-ED34-C0FEC365E6DA}"/>
                </a:ext>
              </a:extLst>
            </p:cNvPr>
            <p:cNvSpPr txBox="1"/>
            <p:nvPr/>
          </p:nvSpPr>
          <p:spPr>
            <a:xfrm>
              <a:off x="1907169" y="3684972"/>
              <a:ext cx="79208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SCHEMA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1" name="Google Shape;2204;p106">
              <a:extLst>
                <a:ext uri="{FF2B5EF4-FFF2-40B4-BE49-F238E27FC236}">
                  <a16:creationId xmlns:a16="http://schemas.microsoft.com/office/drawing/2014/main" id="{4B7AE8BD-16E5-8ADB-71FE-EC8A92813567}"/>
                </a:ext>
              </a:extLst>
            </p:cNvPr>
            <p:cNvSpPr/>
            <p:nvPr/>
          </p:nvSpPr>
          <p:spPr>
            <a:xfrm>
              <a:off x="395001" y="4349364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61E77B5F-AC15-2612-E680-851D8B7D5307}"/>
                </a:ext>
              </a:extLst>
            </p:cNvPr>
            <p:cNvSpPr txBox="1"/>
            <p:nvPr/>
          </p:nvSpPr>
          <p:spPr>
            <a:xfrm>
              <a:off x="395001" y="4429732"/>
              <a:ext cx="79208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TABLE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7" name="Google Shape;2204;p106">
              <a:extLst>
                <a:ext uri="{FF2B5EF4-FFF2-40B4-BE49-F238E27FC236}">
                  <a16:creationId xmlns:a16="http://schemas.microsoft.com/office/drawing/2014/main" id="{4121D988-F05F-DEC8-BD59-26352DA06661}"/>
                </a:ext>
              </a:extLst>
            </p:cNvPr>
            <p:cNvSpPr/>
            <p:nvPr/>
          </p:nvSpPr>
          <p:spPr>
            <a:xfrm>
              <a:off x="1403113" y="4349364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9337867A-EE55-0D71-A3AB-E0D80C3DBBBE}"/>
                </a:ext>
              </a:extLst>
            </p:cNvPr>
            <p:cNvSpPr txBox="1"/>
            <p:nvPr/>
          </p:nvSpPr>
          <p:spPr>
            <a:xfrm>
              <a:off x="1403113" y="4429732"/>
              <a:ext cx="79208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VIEW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9" name="Google Shape;2204;p106">
              <a:extLst>
                <a:ext uri="{FF2B5EF4-FFF2-40B4-BE49-F238E27FC236}">
                  <a16:creationId xmlns:a16="http://schemas.microsoft.com/office/drawing/2014/main" id="{4E87FAE6-E6EB-7C14-6367-EC2F08D5CEB6}"/>
                </a:ext>
              </a:extLst>
            </p:cNvPr>
            <p:cNvSpPr/>
            <p:nvPr/>
          </p:nvSpPr>
          <p:spPr>
            <a:xfrm>
              <a:off x="2411760" y="4335738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7D10C964-35C3-67E8-3E68-5B283A52438B}"/>
                </a:ext>
              </a:extLst>
            </p:cNvPr>
            <p:cNvSpPr txBox="1"/>
            <p:nvPr/>
          </p:nvSpPr>
          <p:spPr>
            <a:xfrm>
              <a:off x="2411760" y="4416106"/>
              <a:ext cx="79208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VOLUME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1" name="Google Shape;2204;p106">
              <a:extLst>
                <a:ext uri="{FF2B5EF4-FFF2-40B4-BE49-F238E27FC236}">
                  <a16:creationId xmlns:a16="http://schemas.microsoft.com/office/drawing/2014/main" id="{3FD96C8C-D324-C70F-6CAF-661311CB7A44}"/>
                </a:ext>
              </a:extLst>
            </p:cNvPr>
            <p:cNvSpPr/>
            <p:nvPr/>
          </p:nvSpPr>
          <p:spPr>
            <a:xfrm>
              <a:off x="3419872" y="4335738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2945474-89D3-60DD-1322-2BBCD2006BCB}"/>
                </a:ext>
              </a:extLst>
            </p:cNvPr>
            <p:cNvSpPr txBox="1"/>
            <p:nvPr/>
          </p:nvSpPr>
          <p:spPr>
            <a:xfrm>
              <a:off x="3419872" y="4416106"/>
              <a:ext cx="79208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FUNCTION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B236CB42-297E-E5FC-D9F0-D604E91AB2B1}"/>
                </a:ext>
              </a:extLst>
            </p:cNvPr>
            <p:cNvCxnSpPr>
              <a:stCxn id="5" idx="2"/>
              <a:endCxn id="7" idx="0"/>
            </p:cNvCxnSpPr>
            <p:nvPr/>
          </p:nvCxnSpPr>
          <p:spPr>
            <a:xfrm>
              <a:off x="2305118" y="2821839"/>
              <a:ext cx="0" cy="19569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AB80FBB4-7DFB-E7CE-BE92-8EFC0C37390D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 flipH="1">
              <a:off x="2303213" y="3365847"/>
              <a:ext cx="1905" cy="2387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: angular 31">
              <a:extLst>
                <a:ext uri="{FF2B5EF4-FFF2-40B4-BE49-F238E27FC236}">
                  <a16:creationId xmlns:a16="http://schemas.microsoft.com/office/drawing/2014/main" id="{637E8983-DD7E-5783-40CC-299B42F5E7FE}"/>
                </a:ext>
              </a:extLst>
            </p:cNvPr>
            <p:cNvCxnSpPr>
              <a:stCxn id="9" idx="2"/>
              <a:endCxn id="11" idx="0"/>
            </p:cNvCxnSpPr>
            <p:nvPr/>
          </p:nvCxnSpPr>
          <p:spPr>
            <a:xfrm rot="5400000">
              <a:off x="1348905" y="3395056"/>
              <a:ext cx="396448" cy="1512168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: angular 32">
              <a:extLst>
                <a:ext uri="{FF2B5EF4-FFF2-40B4-BE49-F238E27FC236}">
                  <a16:creationId xmlns:a16="http://schemas.microsoft.com/office/drawing/2014/main" id="{E4D19E2D-C67B-067B-0A95-B07B380A9864}"/>
                </a:ext>
              </a:extLst>
            </p:cNvPr>
            <p:cNvCxnSpPr>
              <a:cxnSpLocks/>
              <a:stCxn id="9" idx="2"/>
              <a:endCxn id="17" idx="0"/>
            </p:cNvCxnSpPr>
            <p:nvPr/>
          </p:nvCxnSpPr>
          <p:spPr>
            <a:xfrm rot="5400000">
              <a:off x="1852961" y="3899112"/>
              <a:ext cx="396448" cy="50405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: angular 35">
              <a:extLst>
                <a:ext uri="{FF2B5EF4-FFF2-40B4-BE49-F238E27FC236}">
                  <a16:creationId xmlns:a16="http://schemas.microsoft.com/office/drawing/2014/main" id="{13DEE937-FD62-921F-D197-D2F0B56FED9A}"/>
                </a:ext>
              </a:extLst>
            </p:cNvPr>
            <p:cNvCxnSpPr>
              <a:cxnSpLocks/>
              <a:stCxn id="9" idx="2"/>
              <a:endCxn id="19" idx="0"/>
            </p:cNvCxnSpPr>
            <p:nvPr/>
          </p:nvCxnSpPr>
          <p:spPr>
            <a:xfrm rot="16200000" flipH="1">
              <a:off x="2364097" y="3892031"/>
              <a:ext cx="382822" cy="504591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: angular 38">
              <a:extLst>
                <a:ext uri="{FF2B5EF4-FFF2-40B4-BE49-F238E27FC236}">
                  <a16:creationId xmlns:a16="http://schemas.microsoft.com/office/drawing/2014/main" id="{B300E3EE-4B4F-C265-09F8-FAC884CB5EFB}"/>
                </a:ext>
              </a:extLst>
            </p:cNvPr>
            <p:cNvCxnSpPr>
              <a:cxnSpLocks/>
              <a:stCxn id="9" idx="2"/>
              <a:endCxn id="21" idx="0"/>
            </p:cNvCxnSpPr>
            <p:nvPr/>
          </p:nvCxnSpPr>
          <p:spPr>
            <a:xfrm rot="16200000" flipH="1">
              <a:off x="2868153" y="3387975"/>
              <a:ext cx="382822" cy="1512703"/>
            </a:xfrm>
            <a:prstGeom prst="bentConnector3">
              <a:avLst>
                <a:gd name="adj1" fmla="val 50001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Google Shape;303;g35ee5cc475b_0_63">
            <a:extLst>
              <a:ext uri="{FF2B5EF4-FFF2-40B4-BE49-F238E27FC236}">
                <a16:creationId xmlns:a16="http://schemas.microsoft.com/office/drawing/2014/main" id="{11FBCB0C-D18B-6C8F-5A2B-0A526EFBFF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7369" y="233041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ARQUITECTURA UC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Repaso Objetos en UC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Google Shape;2204;p106">
            <a:extLst>
              <a:ext uri="{FF2B5EF4-FFF2-40B4-BE49-F238E27FC236}">
                <a16:creationId xmlns:a16="http://schemas.microsoft.com/office/drawing/2014/main" id="{610DEF20-929A-09E9-8E31-1B77FA2D48F7}"/>
              </a:ext>
            </a:extLst>
          </p:cNvPr>
          <p:cNvSpPr/>
          <p:nvPr/>
        </p:nvSpPr>
        <p:spPr>
          <a:xfrm>
            <a:off x="628650" y="1412776"/>
            <a:ext cx="3583310" cy="9203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38100" rIns="1097275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BE31528-EF3D-AC11-FB7F-26B0FF991974}"/>
              </a:ext>
            </a:extLst>
          </p:cNvPr>
          <p:cNvSpPr txBox="1"/>
          <p:nvPr/>
        </p:nvSpPr>
        <p:spPr>
          <a:xfrm>
            <a:off x="628651" y="1524745"/>
            <a:ext cx="3511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>
                <a:latin typeface="Montserrat" panose="00000500000000000000" pitchFamily="2" charset="0"/>
              </a:rPr>
              <a:t>Nivel 1 — Catálogo </a:t>
            </a:r>
            <a:r>
              <a:rPr lang="es-ES" sz="900" dirty="0">
                <a:latin typeface="Montserrat" panose="00000500000000000000" pitchFamily="2" charset="0"/>
              </a:rPr>
              <a:t>(máximo nivel de organización y gobernanza)Agrupa y aísla los recursos de datos a nivel corporativo. Normalmente refleja unidades organizativas, entornos (</a:t>
            </a:r>
            <a:r>
              <a:rPr lang="es-ES" sz="900" dirty="0" err="1">
                <a:latin typeface="Montserrat" panose="00000500000000000000" pitchFamily="2" charset="0"/>
              </a:rPr>
              <a:t>dev</a:t>
            </a:r>
            <a:r>
              <a:rPr lang="es-ES" sz="900" dirty="0">
                <a:latin typeface="Montserrat" panose="00000500000000000000" pitchFamily="2" charset="0"/>
              </a:rPr>
              <a:t>/test/</a:t>
            </a:r>
            <a:r>
              <a:rPr lang="es-ES" sz="900" dirty="0" err="1">
                <a:latin typeface="Montserrat" panose="00000500000000000000" pitchFamily="2" charset="0"/>
              </a:rPr>
              <a:t>prod</a:t>
            </a:r>
            <a:r>
              <a:rPr lang="es-ES" sz="900" dirty="0">
                <a:latin typeface="Montserrat" panose="00000500000000000000" pitchFamily="2" charset="0"/>
              </a:rPr>
              <a:t>) o dominios globales.</a:t>
            </a:r>
          </a:p>
        </p:txBody>
      </p:sp>
      <p:sp>
        <p:nvSpPr>
          <p:cNvPr id="14" name="Google Shape;2204;p106">
            <a:extLst>
              <a:ext uri="{FF2B5EF4-FFF2-40B4-BE49-F238E27FC236}">
                <a16:creationId xmlns:a16="http://schemas.microsoft.com/office/drawing/2014/main" id="{66CCCBA8-1EEF-7300-5D8B-3FD585DC3AE5}"/>
              </a:ext>
            </a:extLst>
          </p:cNvPr>
          <p:cNvSpPr/>
          <p:nvPr/>
        </p:nvSpPr>
        <p:spPr>
          <a:xfrm>
            <a:off x="642274" y="2679726"/>
            <a:ext cx="3583310" cy="9203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38100" rIns="1097275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2EF5BE7-B6B9-F854-BAC2-429EDF794E67}"/>
              </a:ext>
            </a:extLst>
          </p:cNvPr>
          <p:cNvSpPr txBox="1"/>
          <p:nvPr/>
        </p:nvSpPr>
        <p:spPr>
          <a:xfrm>
            <a:off x="642275" y="2791695"/>
            <a:ext cx="3511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>
                <a:latin typeface="Montserrat" panose="00000500000000000000" pitchFamily="2" charset="0"/>
              </a:rPr>
              <a:t>Nivel 2 — Esquema </a:t>
            </a:r>
            <a:r>
              <a:rPr lang="es-ES" sz="900" dirty="0">
                <a:latin typeface="Montserrat" panose="00000500000000000000" pitchFamily="2" charset="0"/>
              </a:rPr>
              <a:t>(espacio lógico de trabajo por proyecto o equipo) Subdivisión dentro del catálogo para organizar datos por caso de uso, área funcional o equipo de trabajo, aislando su contexto operativo.</a:t>
            </a:r>
          </a:p>
        </p:txBody>
      </p:sp>
      <p:sp>
        <p:nvSpPr>
          <p:cNvPr id="16" name="Google Shape;2204;p106">
            <a:extLst>
              <a:ext uri="{FF2B5EF4-FFF2-40B4-BE49-F238E27FC236}">
                <a16:creationId xmlns:a16="http://schemas.microsoft.com/office/drawing/2014/main" id="{AAB96288-4817-7CD6-7EE5-10C0529EE7CE}"/>
              </a:ext>
            </a:extLst>
          </p:cNvPr>
          <p:cNvSpPr/>
          <p:nvPr/>
        </p:nvSpPr>
        <p:spPr>
          <a:xfrm>
            <a:off x="637369" y="3946676"/>
            <a:ext cx="3583310" cy="15340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38100" rIns="1097275" bIns="38100" anchor="ctr" anchorCtr="0">
            <a:noAutofit/>
          </a:bodyPr>
          <a:lstStyle/>
          <a:p>
            <a:endParaRPr lang="es-ES" sz="800" dirty="0">
              <a:latin typeface="Montserrat" panose="00000500000000000000" pitchFamily="2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998197C-4B42-8E66-1F4D-04077B82EC00}"/>
              </a:ext>
            </a:extLst>
          </p:cNvPr>
          <p:cNvSpPr txBox="1"/>
          <p:nvPr/>
        </p:nvSpPr>
        <p:spPr>
          <a:xfrm>
            <a:off x="708751" y="4064925"/>
            <a:ext cx="351130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>
                <a:latin typeface="Montserrat" panose="00000500000000000000" pitchFamily="2" charset="0"/>
              </a:rPr>
              <a:t>Nivel 3 — Objetos </a:t>
            </a:r>
            <a:r>
              <a:rPr lang="es-ES" sz="900" dirty="0">
                <a:latin typeface="Montserrat" panose="00000500000000000000" pitchFamily="2" charset="0"/>
              </a:rPr>
              <a:t>(donde realmente residen o se consumen los datos)</a:t>
            </a:r>
          </a:p>
          <a:p>
            <a:r>
              <a:rPr lang="es-ES" sz="900" dirty="0">
                <a:latin typeface="Montserrat" panose="00000500000000000000" pitchFamily="2" charset="0"/>
              </a:rPr>
              <a:t>Elementos concretos dentro del esquema:</a:t>
            </a:r>
          </a:p>
          <a:p>
            <a:r>
              <a:rPr lang="es-ES" sz="900" dirty="0">
                <a:latin typeface="Montserrat" panose="00000500000000000000" pitchFamily="2" charset="0"/>
              </a:rPr>
              <a:t>Tablas → datos estructurados gestionados por UC</a:t>
            </a:r>
          </a:p>
          <a:p>
            <a:r>
              <a:rPr lang="es-ES" sz="900" dirty="0">
                <a:latin typeface="Montserrat" panose="00000500000000000000" pitchFamily="2" charset="0"/>
              </a:rPr>
              <a:t>Vistas → consultas reutilizables y gobernadas</a:t>
            </a:r>
          </a:p>
          <a:p>
            <a:r>
              <a:rPr lang="es-ES" sz="900" dirty="0">
                <a:latin typeface="Montserrat" panose="00000500000000000000" pitchFamily="2" charset="0"/>
              </a:rPr>
              <a:t>Volúmenes → archivos crudos o semiestructurados en </a:t>
            </a:r>
            <a:r>
              <a:rPr lang="es-ES" sz="900" dirty="0" err="1">
                <a:latin typeface="Montserrat" panose="00000500000000000000" pitchFamily="2" charset="0"/>
              </a:rPr>
              <a:t>cloud</a:t>
            </a:r>
            <a:r>
              <a:rPr lang="es-ES" sz="900" dirty="0">
                <a:latin typeface="Montserrat" panose="00000500000000000000" pitchFamily="2" charset="0"/>
              </a:rPr>
              <a:t> </a:t>
            </a:r>
            <a:r>
              <a:rPr lang="es-ES" sz="900" dirty="0" err="1">
                <a:latin typeface="Montserrat" panose="00000500000000000000" pitchFamily="2" charset="0"/>
              </a:rPr>
              <a:t>storage</a:t>
            </a:r>
            <a:endParaRPr lang="es-ES" sz="900" dirty="0">
              <a:latin typeface="Montserrat" panose="00000500000000000000" pitchFamily="2" charset="0"/>
            </a:endParaRPr>
          </a:p>
          <a:p>
            <a:r>
              <a:rPr lang="es-ES" sz="900" dirty="0">
                <a:latin typeface="Montserrat" panose="00000500000000000000" pitchFamily="2" charset="0"/>
              </a:rPr>
              <a:t>Funciones → lógica reutilizable para transformar o proteger datos</a:t>
            </a:r>
          </a:p>
        </p:txBody>
      </p:sp>
    </p:spTree>
    <p:extLst>
      <p:ext uri="{BB962C8B-B14F-4D97-AF65-F5344CB8AC3E}">
        <p14:creationId xmlns:p14="http://schemas.microsoft.com/office/powerpoint/2010/main" val="1065100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1D92B1-F3B5-F047-67B3-2A3F4643A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F4A72C6-4696-24A6-0E07-12CD5C3837D2}"/>
              </a:ext>
            </a:extLst>
          </p:cNvPr>
          <p:cNvSpPr txBox="1"/>
          <p:nvPr/>
        </p:nvSpPr>
        <p:spPr>
          <a:xfrm>
            <a:off x="1208882" y="1628800"/>
            <a:ext cx="672623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  <a:latin typeface="Montserrat" panose="00000500000000000000" pitchFamily="2" charset="0"/>
              </a:rPr>
              <a:t>DEMO</a:t>
            </a:r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</a:p>
          <a:p>
            <a:pPr algn="ctr"/>
            <a:endParaRPr lang="es-ES" sz="2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Arquitectura UC</a:t>
            </a:r>
          </a:p>
          <a:p>
            <a:pPr algn="ctr"/>
            <a:r>
              <a:rPr lang="es-ES" sz="2800" dirty="0" err="1">
                <a:solidFill>
                  <a:schemeClr val="bg1"/>
                </a:solidFill>
                <a:latin typeface="Montserrat" panose="00000500000000000000" pitchFamily="2" charset="0"/>
              </a:rPr>
              <a:t>Creacion</a:t>
            </a:r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 de </a:t>
            </a:r>
            <a:r>
              <a:rPr lang="es-ES" sz="2800" dirty="0" err="1">
                <a:solidFill>
                  <a:schemeClr val="bg1"/>
                </a:solidFill>
                <a:latin typeface="Montserrat" panose="00000500000000000000" pitchFamily="2" charset="0"/>
              </a:rPr>
              <a:t>DFs</a:t>
            </a:r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 y Tablas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Exploración de Datos con Spark</a:t>
            </a:r>
          </a:p>
          <a:p>
            <a:pPr algn="ctr"/>
            <a:r>
              <a:rPr lang="es-ES" sz="2800" dirty="0" err="1">
                <a:solidFill>
                  <a:schemeClr val="bg1"/>
                </a:solidFill>
                <a:latin typeface="Montserrat" panose="00000500000000000000" pitchFamily="2" charset="0"/>
              </a:rPr>
              <a:t>DBUtils</a:t>
            </a:r>
            <a:endParaRPr lang="es-ES" sz="2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ctr"/>
            <a:r>
              <a:rPr lang="es-ES" sz="2800" dirty="0" err="1">
                <a:solidFill>
                  <a:schemeClr val="bg1"/>
                </a:solidFill>
                <a:latin typeface="Montserrat" panose="00000500000000000000" pitchFamily="2" charset="0"/>
              </a:rPr>
              <a:t>Dashboards</a:t>
            </a:r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s-ES" sz="2800" dirty="0" err="1">
                <a:solidFill>
                  <a:schemeClr val="bg1"/>
                </a:solidFill>
                <a:latin typeface="Montserrat" panose="00000500000000000000" pitchFamily="2" charset="0"/>
              </a:rPr>
              <a:t>Intro</a:t>
            </a:r>
            <a:endParaRPr lang="es-ES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204689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4" ma:contentTypeDescription="Crear nuevo documento." ma:contentTypeScope="" ma:versionID="499295a40b32042ffc1aa18e52107fb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cacbbaa88dffef174e809ab62d2fa790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57BF0C9-4CDD-43A3-8A95-A49D62C2F2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4c3f89-b1e2-4b5c-81e1-9b07710f5189"/>
    <ds:schemaRef ds:uri="ce845bb0-6f82-4cf9-8b02-3916bb6268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A79858A-5E67-489D-9BB4-CD604D981F2A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ce845bb0-6f82-4cf9-8b02-3916bb6268df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e24c3f89-b1e2-4b5c-81e1-9b07710f5189"/>
  </ds:schemaRefs>
</ds:datastoreItem>
</file>

<file path=customXml/itemProps3.xml><?xml version="1.0" encoding="utf-8"?>
<ds:datastoreItem xmlns:ds="http://schemas.openxmlformats.org/officeDocument/2006/customXml" ds:itemID="{6FDDB250-E753-47E4-8ED1-CAC7AD183E6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11723</TotalTime>
  <Words>1146</Words>
  <Application>Microsoft Office PowerPoint</Application>
  <PresentationFormat>Presentación en pantalla (4:3)</PresentationFormat>
  <Paragraphs>166</Paragraphs>
  <Slides>14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Montserrat</vt:lpstr>
      <vt:lpstr>Symbol</vt:lpstr>
      <vt:lpstr>Diseño personalizado</vt:lpstr>
      <vt:lpstr>Presentación de PowerPoint</vt:lpstr>
      <vt:lpstr>¿Quién soy?</vt:lpstr>
      <vt:lpstr>Programa de hoy</vt:lpstr>
      <vt:lpstr>Presentación de PowerPoint</vt:lpstr>
      <vt:lpstr>Databricks | Fundamentales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ARQUITECTURA UC | Repaso Objetos en UC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psoria</dc:creator>
  <cp:lastModifiedBy>Javier Martínez Morales</cp:lastModifiedBy>
  <cp:revision>386</cp:revision>
  <cp:lastPrinted>2018-06-15T07:54:48Z</cp:lastPrinted>
  <dcterms:created xsi:type="dcterms:W3CDTF">2014-05-13T08:36:54Z</dcterms:created>
  <dcterms:modified xsi:type="dcterms:W3CDTF">2025-11-27T17:05:05Z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</Properties>
</file>